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comments/modernComment.xml" ContentType="application/vnd.ms-powerpoint.comments+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20600dbe5e4d99" /><Relationship Type="http://schemas.openxmlformats.org/officeDocument/2006/relationships/extended-properties" Target="/docProps/app.xml" Id="Rd8b6f206701a4398" /><Relationship Type="http://schemas.openxmlformats.org/officeDocument/2006/relationships/officeDocument" Target="/ppt/presentation.xml" Id="R61f2d7a7f4d4450a" /></Relationships>
</file>

<file path=ppt/presentation.xml><?xml version="1.0" encoding="utf-8"?>
<p:presentation xmlns:p="http://schemas.openxmlformats.org/presentationml/2006/main">
  <p:sldMasterIdLst>
    <p:sldMasterId xmlns:r="http://schemas.openxmlformats.org/officeDocument/2006/relationships" id="2147483648" r:id="R61a6bee6ca424703"/>
  </p:sldMasterIdLst>
  <p:notesMasterIdLst>
    <p:notesMasterId xmlns:r="http://schemas.openxmlformats.org/officeDocument/2006/relationships" r:id="R18dd74855a174948"/>
  </p:notesMasterIdLst>
  <p:sldIdLst>
    <p:sldId xmlns:r="http://schemas.openxmlformats.org/officeDocument/2006/relationships" id="256" r:id="R2a44ffb3071645bd"/>
    <p:sldId xmlns:r="http://schemas.openxmlformats.org/officeDocument/2006/relationships" id="257" r:id="R8869064909624a9c"/>
  </p:sldIdLst>
  <p:sldSz cx="12192000" cy="6858000"/>
  <p:notesSz cx="6858000" cy="9144000"/>
</p:presentation>
</file>

<file path=ppt/authors.xml><?xml version="1.0" encoding="utf-8"?>
<p188:authorLst xmlns:p188="http://schemas.microsoft.com/office/powerpoint/2018/8/main">
  <p188:author id="{9A2482E5-6F43-4657-AA02-82DB7486E872}" name="Neha Dalia" userId="user-Q3E9cTMfGaFVwPOPCuHeLcuG" providerId="openai"/>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fc91464b7248d7" /><Relationship Type="http://schemas.openxmlformats.org/officeDocument/2006/relationships/slideMaster" Target="/ppt/slideMasters/slideMaster1.xml" Id="R61a6bee6ca424703" /><Relationship Type="http://schemas.openxmlformats.org/officeDocument/2006/relationships/notesMaster" Target="/ppt/notesMasters/notesMaster1.xml" Id="R18dd74855a174948" /><Relationship Type="http://schemas.openxmlformats.org/officeDocument/2006/relationships/presProps" Target="/ppt/presProps.xml" Id="R9bc52be0268a432e" /><Relationship Type="http://schemas.openxmlformats.org/officeDocument/2006/relationships/tableStyles" Target="/ppt/tableStyles.xml" Id="R32e4aa3c4584412e" /><Relationship Type="http://schemas.microsoft.com/office/2018/10/relationships/authors" Target="/ppt/authors.xml" Id="Rf366e44a6ad94c7d" /><Relationship Type="http://schemas.openxmlformats.org/officeDocument/2006/relationships/slide" Target="/ppt/slides/slide1.xml" Id="R2a44ffb3071645bd" /><Relationship Type="http://schemas.openxmlformats.org/officeDocument/2006/relationships/slide" Target="/ppt/slides/slide2.xml" Id="R8869064909624a9c" /></Relationships>
</file>

<file path=ppt/comments/modernComment.xml><?xml version="1.0" encoding="utf-8"?>
<p188:cmLst xmlns:p188="http://schemas.microsoft.com/office/powerpoint/2018/8/main">
  <p188:cm id="{DC3AE05F-5B05-4123-A389-A324F3018087}" authorId="{9A2482E5-6F43-4657-AA02-82DB7486E872}" status="resolved" created="2026-10-17T20:49:35.611-07:00">
    <oac:deMkLst xmlns:oac="http://schemas.microsoft.com/office/drawing/2013/main/command">
      <pc:docMk xmlns:pc="http://schemas.microsoft.com/office/powerpoint/2013/main/command"/>
      <pc:sldMk xmlns:pc="http://schemas.microsoft.com/office/powerpoint/2013/main/command" cId="62410741" sldId="256"/>
      <oac:spMk id="4" creationId="{A8F05DC4-6F28-4382-80F4-F5962B422F22}"/>
    </oac:deMkLst>
    <p188:pos x="590550" y="2057400"/>
    <p188:txBody>
      <a:bodyPr xmlns:a="http://schemas.openxmlformats.org/drawingml/2006/main"/>
      <a:lstStyle xmlns:a="http://schemas.openxmlformats.org/drawingml/2006/main"/>
      <a:p xmlns:a="http://schemas.openxmlformats.org/drawingml/2006/main">
        <a:r>
          <a:t>reword this to say subagents currently have access to way more than they need since they inherit from the parent but then need only the access and budget their task requires it should frame this as a problem statement than just a statement</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0584ab69422246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53d09a6bfe4acd" /><Relationship Type="http://schemas.openxmlformats.org/officeDocument/2006/relationships/notesMaster" Target="/ppt/notesMasters/notesMaster1.xml" Id="R5a2c339b117f49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f6313d456c4300" /><Relationship Type="http://schemas.openxmlformats.org/officeDocument/2006/relationships/notesMaster" Target="/ppt/notesMasters/notesMaster1.xml" Id="Rab5b074e6ca544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10 seconds. Subagents inherit more of their parent’s access than their tasks require. Even an agent asked to edit a page can reach passwords, customer records and the full budget. The diagram illustrates this inheritance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10 seconds. AgentPass gives each agent scoped permissions it can request, negotiate, and use. The owner can revoke them and limit the child’s spending. Presenter context: the example money allocation is a spending ceiling and child spending also reduces the parent’s remaining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dec2bbd2c14a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2cce937fd740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c7f711a3f249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5764069afe45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bf5cd79f1043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3819c32bf945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0C85AC-5A3A-462D-86F2-790ACD38DA7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11A071-5123-43D5-97B0-4737128BFA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0B6760-119A-4FD1-88DF-03D8EB13E1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907521-E678-44EE-99FC-4165DAC165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879CDA-B360-4453-A58F-FCC898D768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8EE0DD-B307-4A58-A194-49D6011FE4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BD3579-ABAC-4201-AA78-9F35E2669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E89266-BC37-4107-8E2D-4827F9A445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3B4B1-D989-41CE-8A6C-7875CBD473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4276CF-4013-49CD-ACBA-E735EFA1C4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a86da8e2384860" /><Relationship Type="http://schemas.openxmlformats.org/officeDocument/2006/relationships/slideLayout" Target="/ppt/slideLayouts/slideLayout1.xml" Id="R2ef6a62e4d904179" /><Relationship Type="http://schemas.openxmlformats.org/officeDocument/2006/relationships/slideLayout" Target="/ppt/slideLayouts/slideLayout2.xml" Id="R599237bc1b854818" /><Relationship Type="http://schemas.openxmlformats.org/officeDocument/2006/relationships/slideLayout" Target="/ppt/slideLayouts/slideLayout3.xml" Id="R9f1ce3b270f641d2" /><Relationship Type="http://schemas.openxmlformats.org/officeDocument/2006/relationships/slideLayout" Target="/ppt/slideLayouts/slideLayout4.xml" Id="R4e21aa338c334ef4" /><Relationship Type="http://schemas.openxmlformats.org/officeDocument/2006/relationships/slideLayout" Target="/ppt/slideLayouts/slideLayout5.xml" Id="R5b966f83e1814790" /><Relationship Type="http://schemas.openxmlformats.org/officeDocument/2006/relationships/slideLayout" Target="/ppt/slideLayouts/slideLayout6.xml" Id="R88ee45655f3c44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f6a62e4d904179"/>
    <p:sldLayoutId xmlns:r="http://schemas.openxmlformats.org/officeDocument/2006/relationships" id="2147483650" r:id="R599237bc1b854818"/>
    <p:sldLayoutId xmlns:r="http://schemas.openxmlformats.org/officeDocument/2006/relationships" id="2147483651" r:id="R9f1ce3b270f641d2"/>
    <p:sldLayoutId xmlns:r="http://schemas.openxmlformats.org/officeDocument/2006/relationships" id="2147483652" r:id="R4e21aa338c334ef4"/>
    <p:sldLayoutId xmlns:r="http://schemas.openxmlformats.org/officeDocument/2006/relationships" id="2147483653" r:id="R5b966f83e1814790"/>
    <p:sldLayoutId xmlns:r="http://schemas.openxmlformats.org/officeDocument/2006/relationships" id="2147483654" r:id="R88ee45655f3c44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eee59afcb14f58" /><Relationship Type="http://schemas.openxmlformats.org/officeDocument/2006/relationships/notesSlide" Target="/ppt/notesSlides/notesSlide1.xml" Id="R7a5cb5195c4e4c8c" /><Relationship Type="http://schemas.microsoft.com/office/2018/10/relationships/comments" Target="/ppt/comments/modernComment.xml" Id="Re9e5c38bc4cc43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11354b390d4aa9" /><Relationship Type="http://schemas.openxmlformats.org/officeDocument/2006/relationships/notesSlide" Target="/ppt/notesSlides/notesSlide2.xml" Id="R6c038e029fbf426e"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 name="brand">
            <a:extLst xmlns:a="http://schemas.openxmlformats.org/drawingml/2006/main">
              <a:ext uri="{FF2B5EF4-FFF2-40B4-BE49-F238E27FC236}">
                <a16:creationId xmlns:a16="http://schemas.microsoft.com/office/drawing/2014/main" id="{EEA4EA1F-590C-4C9E-9F79-C48AA8FEFC52}"/>
              </a:ext>
            </a:extLst>
          </p:cNvPr>
          <p:cNvSpPr>
            <a:spLocks xmlns:a="http://schemas.openxmlformats.org/drawingml/2006/main" noGrp="1"/>
          </p:cNvSpPr>
          <p:nvPr/>
        </p:nvSpPr>
        <p:spPr>
          <a:xfrm xmlns:a="http://schemas.openxmlformats.org/drawingml/2006/main">
            <a:off x="609600" y="4476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2025" b="1">
                <a:solidFill>
                  <a:srgbClr val="273A3B"/>
                </a:solidFill>
              </a:defRPr>
            </a:pPr>
            <a:r>
              <a:rPr sz="2025" b="1">
                <a:solidFill>
                  <a:srgbClr val="273A3B"/>
                </a:solidFill>
              </a:rPr>
              <a:t>AgentPass</a:t>
            </a:r>
          </a:p>
        </p:txBody>
      </p:sp>
      <p:sp>
        <p:nvSpPr>
          <p:cNvPr id="3" name="problem-label">
            <a:extLst xmlns:a="http://schemas.openxmlformats.org/drawingml/2006/main">
              <a:ext uri="{FF2B5EF4-FFF2-40B4-BE49-F238E27FC236}">
                <a16:creationId xmlns:a16="http://schemas.microsoft.com/office/drawing/2014/main" id="{658E1317-410E-4D9D-969D-4112246F8274}"/>
              </a:ext>
            </a:extLst>
          </p:cNvPr>
          <p:cNvSpPr>
            <a:spLocks xmlns:a="http://schemas.openxmlformats.org/drawingml/2006/main" noGrp="1"/>
          </p:cNvSpPr>
          <p:nvPr/>
        </p:nvSpPr>
        <p:spPr>
          <a:xfrm xmlns:a="http://schemas.openxmlformats.org/drawingml/2006/main">
            <a:off x="628650" y="1381125"/>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986B5C"/>
                </a:solidFill>
              </a:defRPr>
            </a:pPr>
            <a:r>
              <a:rPr sz="1275" b="1">
                <a:solidFill>
                  <a:srgbClr val="986B5C"/>
                </a:solidFill>
              </a:rPr>
              <a:t>THE PROBLEM</a:t>
            </a:r>
          </a:p>
        </p:txBody>
      </p:sp>
      <p:sp>
        <p:nvSpPr>
          <p:cNvPr id="4" name="problem-title">
            <a:extLst xmlns:a="http://schemas.openxmlformats.org/drawingml/2006/main">
              <a:ext uri="{FF2B5EF4-FFF2-40B4-BE49-F238E27FC236}">
                <a16:creationId xmlns:a16="http://schemas.microsoft.com/office/drawing/2014/main" id="{A8F05DC4-6F28-4382-80F4-F5962B422F22}"/>
              </a:ext>
            </a:extLst>
          </p:cNvPr>
          <p:cNvSpPr>
            <a:spLocks xmlns:a="http://schemas.openxmlformats.org/drawingml/2006/main" noGrp="1"/>
          </p:cNvSpPr>
          <p:nvPr/>
        </p:nvSpPr>
        <p:spPr>
          <a:xfrm xmlns:a="http://schemas.openxmlformats.org/drawingml/2006/main">
            <a:off x="590550" y="2057400"/>
            <a:ext cx="619125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3975" b="1">
                <a:solidFill>
                  <a:srgbClr val="273A3B"/>
                </a:solidFill>
              </a:defRPr>
            </a:pPr>
            <a:r>
              <a:rPr sz="3975" b="1">
                <a:solidFill>
                  <a:srgbClr val="273A3B"/>
                </a:solidFill>
              </a:rPr>
              <a:t>Subagents inherit more</a:t>
            </a:r>
          </a:p>
          <a:p xmlns:a="http://schemas.openxmlformats.org/drawingml/2006/main">
            <a:pPr>
              <a:defRPr sz="3975" b="1">
                <a:solidFill>
                  <a:srgbClr val="273A3B"/>
                </a:solidFill>
              </a:defRPr>
            </a:pPr>
            <a:r>
              <a:rPr sz="3975" b="1">
                <a:solidFill>
                  <a:srgbClr val="273A3B"/>
                </a:solidFill>
              </a:rPr>
              <a:t>of their parent’s access</a:t>
            </a:r>
          </a:p>
          <a:p xmlns:a="http://schemas.openxmlformats.org/drawingml/2006/main">
            <a:pPr>
              <a:defRPr sz="3975" b="1">
                <a:solidFill>
                  <a:srgbClr val="273A3B"/>
                </a:solidFill>
              </a:defRPr>
            </a:pPr>
            <a:r>
              <a:rPr sz="3975" b="1">
                <a:solidFill>
                  <a:srgbClr val="273A3B"/>
                </a:solidFill>
              </a:rPr>
              <a:t>than their tasks require</a:t>
            </a:r>
          </a:p>
        </p:txBody>
      </p:sp>
      <p:sp>
        <p:nvSpPr>
          <p:cNvPr id="5" name="problem-context">
            <a:extLst xmlns:a="http://schemas.openxmlformats.org/drawingml/2006/main">
              <a:ext uri="{FF2B5EF4-FFF2-40B4-BE49-F238E27FC236}">
                <a16:creationId xmlns:a16="http://schemas.microsoft.com/office/drawing/2014/main" id="{EE14DD01-A122-436E-8D0E-891EF78749D2}"/>
              </a:ext>
            </a:extLst>
          </p:cNvPr>
          <p:cNvSpPr>
            <a:spLocks xmlns:a="http://schemas.openxmlformats.org/drawingml/2006/main" noGrp="1"/>
          </p:cNvSpPr>
          <p:nvPr/>
        </p:nvSpPr>
        <p:spPr>
          <a:xfrm xmlns:a="http://schemas.openxmlformats.org/drawingml/2006/main">
            <a:off x="628650" y="5000625"/>
            <a:ext cx="6000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2025" b="0">
                <a:solidFill>
                  <a:srgbClr val="66716C"/>
                </a:solidFill>
              </a:defRPr>
            </a:pPr>
            <a:r>
              <a:rPr sz="2025" b="0">
                <a:solidFill>
                  <a:srgbClr val="66716C"/>
                </a:solidFill>
              </a:rPr>
              <a:t>Even an agent editing a page can access</a:t>
            </a:r>
          </a:p>
          <a:p xmlns:a="http://schemas.openxmlformats.org/drawingml/2006/main">
            <a:pPr>
              <a:defRPr sz="2025" b="0">
                <a:solidFill>
                  <a:srgbClr val="66716C"/>
                </a:solidFill>
              </a:defRPr>
            </a:pPr>
            <a:r>
              <a:rPr sz="2025" b="0">
                <a:solidFill>
                  <a:srgbClr val="66716C"/>
                </a:solidFill>
              </a:rPr>
              <a:t>passwords, customer records, and the full budget.</a:t>
            </a:r>
          </a:p>
        </p:txBody>
      </p:sp>
      <p:sp>
        <p:nvSpPr>
          <p:cNvPr id="6" name="lead-node">
            <a:extLst xmlns:a="http://schemas.openxmlformats.org/drawingml/2006/main">
              <a:ext uri="{FF2B5EF4-FFF2-40B4-BE49-F238E27FC236}">
                <a16:creationId xmlns:a16="http://schemas.microsoft.com/office/drawing/2014/main" id="{C8E70F1B-F993-4B45-80E6-E7F80E8F4EB9}"/>
              </a:ext>
            </a:extLst>
          </p:cNvPr>
          <p:cNvSpPr>
            <a:spLocks xmlns:a="http://schemas.openxmlformats.org/drawingml/2006/main" noGrp="1"/>
          </p:cNvSpPr>
          <p:nvPr/>
        </p:nvSpPr>
        <p:spPr>
          <a:xfrm xmlns:a="http://schemas.openxmlformats.org/drawingml/2006/main">
            <a:off x="7334250" y="1200150"/>
            <a:ext cx="4095750" cy="1066800"/>
          </a:xfrm>
          <a:prstGeom xmlns:a="http://schemas.openxmlformats.org/drawingml/2006/main" prst="rect">
            <a:avLst/>
          </a:prstGeom>
          <a:solidFill xmlns:a="http://schemas.openxmlformats.org/drawingml/2006/main">
            <a:srgbClr val="596F7C"/>
          </a:solidFill>
          <a:ln xmlns:a="http://schemas.openxmlformats.org/drawingml/2006/main" w="0">
            <a:noFill/>
          </a:ln>
        </p:spPr>
      </p:sp>
      <p:sp>
        <p:nvSpPr>
          <p:cNvPr id="7" name="lead-label">
            <a:extLst xmlns:a="http://schemas.openxmlformats.org/drawingml/2006/main">
              <a:ext uri="{FF2B5EF4-FFF2-40B4-BE49-F238E27FC236}">
                <a16:creationId xmlns:a16="http://schemas.microsoft.com/office/drawing/2014/main" id="{91A72884-2E9D-449D-B3AB-0AF0EF71A9A1}"/>
              </a:ext>
            </a:extLst>
          </p:cNvPr>
          <p:cNvSpPr>
            <a:spLocks xmlns:a="http://schemas.openxmlformats.org/drawingml/2006/main" noGrp="1"/>
          </p:cNvSpPr>
          <p:nvPr/>
        </p:nvSpPr>
        <p:spPr>
          <a:xfrm xmlns:a="http://schemas.openxmlformats.org/drawingml/2006/main">
            <a:off x="7524750" y="13144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2100" b="1">
                <a:solidFill>
                  <a:srgbClr val="FFFFFF"/>
                </a:solidFill>
              </a:defRPr>
            </a:pPr>
            <a:r>
              <a:rPr sz="2100" b="1">
                <a:solidFill>
                  <a:srgbClr val="FFFFFF"/>
                </a:solidFill>
              </a:rPr>
              <a:t>Lead agent</a:t>
            </a:r>
          </a:p>
        </p:txBody>
      </p:sp>
      <p:sp>
        <p:nvSpPr>
          <p:cNvPr id="8" name="lead-caption">
            <a:extLst xmlns:a="http://schemas.openxmlformats.org/drawingml/2006/main">
              <a:ext uri="{FF2B5EF4-FFF2-40B4-BE49-F238E27FC236}">
                <a16:creationId xmlns:a16="http://schemas.microsoft.com/office/drawing/2014/main" id="{9DE77E2F-584D-4D0E-9E77-0C403001C11B}"/>
              </a:ext>
            </a:extLst>
          </p:cNvPr>
          <p:cNvSpPr>
            <a:spLocks xmlns:a="http://schemas.openxmlformats.org/drawingml/2006/main" noGrp="1"/>
          </p:cNvSpPr>
          <p:nvPr/>
        </p:nvSpPr>
        <p:spPr>
          <a:xfrm xmlns:a="http://schemas.openxmlformats.org/drawingml/2006/main">
            <a:off x="7524750" y="1714500"/>
            <a:ext cx="3762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350" b="0">
                <a:solidFill>
                  <a:srgbClr val="F1F3F2"/>
                </a:solidFill>
              </a:defRPr>
            </a:pPr>
            <a:r>
              <a:rPr sz="1350" b="0">
                <a:solidFill>
                  <a:srgbClr val="F1F3F2"/>
                </a:solidFill>
              </a:rPr>
              <a:t>Account passwords, customer records,</a:t>
            </a:r>
          </a:p>
          <a:p xmlns:a="http://schemas.openxmlformats.org/drawingml/2006/main">
            <a:pPr>
              <a:defRPr sz="1350" b="0">
                <a:solidFill>
                  <a:srgbClr val="F1F3F2"/>
                </a:solidFill>
              </a:defRPr>
            </a:pPr>
            <a:r>
              <a:rPr sz="1350" b="0">
                <a:solidFill>
                  <a:srgbClr val="F1F3F2"/>
                </a:solidFill>
              </a:rPr>
              <a:t>and the full $1,000 shared budget</a:t>
            </a:r>
          </a:p>
        </p:txBody>
      </p:sp>
      <p:sp>
        <p:nvSpPr>
          <p:cNvPr id="9" name="lead-stem">
            <a:extLst xmlns:a="http://schemas.openxmlformats.org/drawingml/2006/main">
              <a:ext uri="{FF2B5EF4-FFF2-40B4-BE49-F238E27FC236}">
                <a16:creationId xmlns:a16="http://schemas.microsoft.com/office/drawing/2014/main" id="{50C018A9-ED15-437E-9953-5B38F12B56D9}"/>
              </a:ext>
            </a:extLst>
          </p:cNvPr>
          <p:cNvSpPr>
            <a:spLocks xmlns:a="http://schemas.openxmlformats.org/drawingml/2006/main" noGrp="1"/>
          </p:cNvSpPr>
          <p:nvPr/>
        </p:nvSpPr>
        <p:spPr>
          <a:xfrm xmlns:a="http://schemas.openxmlformats.org/drawingml/2006/main">
            <a:off x="9382125" y="2266950"/>
            <a:ext cx="0" cy="114300"/>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10" name="lead-branch">
            <a:extLst xmlns:a="http://schemas.openxmlformats.org/drawingml/2006/main">
              <a:ext uri="{FF2B5EF4-FFF2-40B4-BE49-F238E27FC236}">
                <a16:creationId xmlns:a16="http://schemas.microsoft.com/office/drawing/2014/main" id="{ABA7FC97-5D24-41E3-8D7D-3E3ABBE82551}"/>
              </a:ext>
            </a:extLst>
          </p:cNvPr>
          <p:cNvSpPr>
            <a:spLocks xmlns:a="http://schemas.openxmlformats.org/drawingml/2006/main" noGrp="1"/>
          </p:cNvSpPr>
          <p:nvPr/>
        </p:nvSpPr>
        <p:spPr>
          <a:xfrm xmlns:a="http://schemas.openxmlformats.org/drawingml/2006/main">
            <a:off x="7000875" y="2381250"/>
            <a:ext cx="2381250" cy="0"/>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11" name="task-bus">
            <a:extLst xmlns:a="http://schemas.openxmlformats.org/drawingml/2006/main">
              <a:ext uri="{FF2B5EF4-FFF2-40B4-BE49-F238E27FC236}">
                <a16:creationId xmlns:a16="http://schemas.microsoft.com/office/drawing/2014/main" id="{46705D4B-42BB-4CDC-B241-2FB29135D8AA}"/>
              </a:ext>
            </a:extLst>
          </p:cNvPr>
          <p:cNvSpPr>
            <a:spLocks xmlns:a="http://schemas.openxmlformats.org/drawingml/2006/main" noGrp="1"/>
          </p:cNvSpPr>
          <p:nvPr/>
        </p:nvSpPr>
        <p:spPr>
          <a:xfrm xmlns:a="http://schemas.openxmlformats.org/drawingml/2006/main">
            <a:off x="7000875" y="2381250"/>
            <a:ext cx="0" cy="3667125"/>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12" name="inheritance-caption">
            <a:extLst xmlns:a="http://schemas.openxmlformats.org/drawingml/2006/main">
              <a:ext uri="{FF2B5EF4-FFF2-40B4-BE49-F238E27FC236}">
                <a16:creationId xmlns:a16="http://schemas.microsoft.com/office/drawing/2014/main" id="{AAD9C12F-B6A5-4248-B569-F8661CB48DD3}"/>
              </a:ext>
            </a:extLst>
          </p:cNvPr>
          <p:cNvSpPr>
            <a:spLocks xmlns:a="http://schemas.openxmlformats.org/drawingml/2006/main" noGrp="1"/>
          </p:cNvSpPr>
          <p:nvPr/>
        </p:nvSpPr>
        <p:spPr>
          <a:xfrm xmlns:a="http://schemas.openxmlformats.org/drawingml/2006/main">
            <a:off x="7334250" y="2524125"/>
            <a:ext cx="423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125" b="1">
                <a:solidFill>
                  <a:srgbClr val="986B5C"/>
                </a:solidFill>
              </a:defRPr>
            </a:pPr>
            <a:r>
              <a:rPr sz="1125" b="1">
                <a:solidFill>
                  <a:srgbClr val="986B5C"/>
                </a:solidFill>
              </a:rPr>
              <a:t>WHEN CHILDREN INHERIT THE PARENT’S FULL ACCESS</a:t>
            </a:r>
          </a:p>
        </p:txBody>
      </p:sp>
      <p:sp>
        <p:nvSpPr>
          <p:cNvPr id="13" name="task-branch-0">
            <a:extLst xmlns:a="http://schemas.openxmlformats.org/drawingml/2006/main">
              <a:ext uri="{FF2B5EF4-FFF2-40B4-BE49-F238E27FC236}">
                <a16:creationId xmlns:a16="http://schemas.microsoft.com/office/drawing/2014/main" id="{ED70E45E-ACB4-4018-963B-9B85824D82E2}"/>
              </a:ext>
            </a:extLst>
          </p:cNvPr>
          <p:cNvSpPr>
            <a:spLocks xmlns:a="http://schemas.openxmlformats.org/drawingml/2006/main" noGrp="1"/>
          </p:cNvSpPr>
          <p:nvPr/>
        </p:nvSpPr>
        <p:spPr>
          <a:xfrm xmlns:a="http://schemas.openxmlformats.org/drawingml/2006/main">
            <a:off x="7000875" y="3248025"/>
            <a:ext cx="333375" cy="0"/>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14" name="specialist-node-0">
            <a:extLst xmlns:a="http://schemas.openxmlformats.org/drawingml/2006/main">
              <a:ext uri="{FF2B5EF4-FFF2-40B4-BE49-F238E27FC236}">
                <a16:creationId xmlns:a16="http://schemas.microsoft.com/office/drawing/2014/main" id="{0FA962C1-A4AD-4AB4-89BF-BC6AE94FE5FB}"/>
              </a:ext>
            </a:extLst>
          </p:cNvPr>
          <p:cNvSpPr>
            <a:spLocks xmlns:a="http://schemas.openxmlformats.org/drawingml/2006/main" noGrp="1"/>
          </p:cNvSpPr>
          <p:nvPr/>
        </p:nvSpPr>
        <p:spPr>
          <a:xfrm xmlns:a="http://schemas.openxmlformats.org/drawingml/2006/main">
            <a:off x="7334250" y="2819400"/>
            <a:ext cx="4095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15" name="excess-authority-accent-0">
            <a:extLst xmlns:a="http://schemas.openxmlformats.org/drawingml/2006/main">
              <a:ext uri="{FF2B5EF4-FFF2-40B4-BE49-F238E27FC236}">
                <a16:creationId xmlns:a16="http://schemas.microsoft.com/office/drawing/2014/main" id="{84FD3F36-E5E7-42EF-847F-B5917A658FF1}"/>
              </a:ext>
            </a:extLst>
          </p:cNvPr>
          <p:cNvSpPr>
            <a:spLocks xmlns:a="http://schemas.openxmlformats.org/drawingml/2006/main" noGrp="1"/>
          </p:cNvSpPr>
          <p:nvPr/>
        </p:nvSpPr>
        <p:spPr>
          <a:xfrm xmlns:a="http://schemas.openxmlformats.org/drawingml/2006/main">
            <a:off x="7334250" y="2819400"/>
            <a:ext cx="47625" cy="857250"/>
          </a:xfrm>
          <a:prstGeom xmlns:a="http://schemas.openxmlformats.org/drawingml/2006/main" prst="rect">
            <a:avLst/>
          </a:prstGeom>
          <a:solidFill xmlns:a="http://schemas.openxmlformats.org/drawingml/2006/main">
            <a:srgbClr val="B68C7C"/>
          </a:solidFill>
          <a:ln xmlns:a="http://schemas.openxmlformats.org/drawingml/2006/main" w="0">
            <a:noFill/>
          </a:ln>
        </p:spPr>
      </p:sp>
      <p:sp>
        <p:nvSpPr>
          <p:cNvPr id="16" name="role-0">
            <a:extLst xmlns:a="http://schemas.openxmlformats.org/drawingml/2006/main">
              <a:ext uri="{FF2B5EF4-FFF2-40B4-BE49-F238E27FC236}">
                <a16:creationId xmlns:a16="http://schemas.microsoft.com/office/drawing/2014/main" id="{1F66177B-9184-464C-AB1E-A1BD98214E20}"/>
              </a:ext>
            </a:extLst>
          </p:cNvPr>
          <p:cNvSpPr>
            <a:spLocks xmlns:a="http://schemas.openxmlformats.org/drawingml/2006/main" noGrp="1"/>
          </p:cNvSpPr>
          <p:nvPr/>
        </p:nvSpPr>
        <p:spPr>
          <a:xfrm xmlns:a="http://schemas.openxmlformats.org/drawingml/2006/main">
            <a:off x="7524750" y="2895600"/>
            <a:ext cx="3762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725" b="1">
                <a:solidFill>
                  <a:srgbClr val="273A3B"/>
                </a:solidFill>
              </a:defRPr>
            </a:pPr>
            <a:r>
              <a:rPr sz="1725" b="1">
                <a:solidFill>
                  <a:srgbClr val="273A3B"/>
                </a:solidFill>
              </a:rPr>
              <a:t>Design: edit page components</a:t>
            </a:r>
          </a:p>
        </p:txBody>
      </p:sp>
      <p:sp>
        <p:nvSpPr>
          <p:cNvPr id="17" name="inherited-scope-0">
            <a:extLst xmlns:a="http://schemas.openxmlformats.org/drawingml/2006/main">
              <a:ext uri="{FF2B5EF4-FFF2-40B4-BE49-F238E27FC236}">
                <a16:creationId xmlns:a16="http://schemas.microsoft.com/office/drawing/2014/main" id="{E96444DB-0A6B-4D88-81BE-1232B63A06B1}"/>
              </a:ext>
            </a:extLst>
          </p:cNvPr>
          <p:cNvSpPr>
            <a:spLocks xmlns:a="http://schemas.openxmlformats.org/drawingml/2006/main" noGrp="1"/>
          </p:cNvSpPr>
          <p:nvPr/>
        </p:nvSpPr>
        <p:spPr>
          <a:xfrm xmlns:a="http://schemas.openxmlformats.org/drawingml/2006/main">
            <a:off x="7524750" y="3419475"/>
            <a:ext cx="3762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350" b="0">
                <a:solidFill>
                  <a:srgbClr val="66716C"/>
                </a:solidFill>
              </a:defRPr>
            </a:pPr>
            <a:r>
              <a:rPr sz="1350" b="0">
                <a:solidFill>
                  <a:srgbClr val="66716C"/>
                </a:solidFill>
              </a:rPr>
              <a:t>Passwords, customer records, full $1,000</a:t>
            </a:r>
          </a:p>
        </p:txBody>
      </p:sp>
      <p:sp>
        <p:nvSpPr>
          <p:cNvPr id="18" name="task-0">
            <a:extLst xmlns:a="http://schemas.openxmlformats.org/drawingml/2006/main">
              <a:ext uri="{FF2B5EF4-FFF2-40B4-BE49-F238E27FC236}">
                <a16:creationId xmlns:a16="http://schemas.microsoft.com/office/drawing/2014/main" id="{71161AB6-8847-4734-8384-87A4CCCF385B}"/>
              </a:ext>
            </a:extLst>
          </p:cNvPr>
          <p:cNvSpPr>
            <a:spLocks xmlns:a="http://schemas.openxmlformats.org/drawingml/2006/main" noGrp="1"/>
          </p:cNvSpPr>
          <p:nvPr/>
        </p:nvSpPr>
        <p:spPr>
          <a:xfrm xmlns:a="http://schemas.openxmlformats.org/drawingml/2006/main">
            <a:off x="7524750" y="3200400"/>
            <a:ext cx="3762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986B5C"/>
                </a:solidFill>
              </a:defRPr>
            </a:pPr>
            <a:r>
              <a:rPr sz="1275" b="1">
                <a:solidFill>
                  <a:srgbClr val="986B5C"/>
                </a:solidFill>
              </a:rPr>
              <a:t>Same access as parent:</a:t>
            </a:r>
          </a:p>
        </p:txBody>
      </p:sp>
      <p:sp>
        <p:nvSpPr>
          <p:cNvPr id="19" name="task-branch-1">
            <a:extLst xmlns:a="http://schemas.openxmlformats.org/drawingml/2006/main">
              <a:ext uri="{FF2B5EF4-FFF2-40B4-BE49-F238E27FC236}">
                <a16:creationId xmlns:a16="http://schemas.microsoft.com/office/drawing/2014/main" id="{F12A2942-8903-4E75-84C5-25A26230A764}"/>
              </a:ext>
            </a:extLst>
          </p:cNvPr>
          <p:cNvSpPr>
            <a:spLocks xmlns:a="http://schemas.openxmlformats.org/drawingml/2006/main" noGrp="1"/>
          </p:cNvSpPr>
          <p:nvPr/>
        </p:nvSpPr>
        <p:spPr>
          <a:xfrm xmlns:a="http://schemas.openxmlformats.org/drawingml/2006/main">
            <a:off x="7000875" y="4181475"/>
            <a:ext cx="333375" cy="0"/>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20" name="specialist-node-1">
            <a:extLst xmlns:a="http://schemas.openxmlformats.org/drawingml/2006/main">
              <a:ext uri="{FF2B5EF4-FFF2-40B4-BE49-F238E27FC236}">
                <a16:creationId xmlns:a16="http://schemas.microsoft.com/office/drawing/2014/main" id="{228876D4-41AE-4C96-9507-B1E89F2DC05F}"/>
              </a:ext>
            </a:extLst>
          </p:cNvPr>
          <p:cNvSpPr>
            <a:spLocks xmlns:a="http://schemas.openxmlformats.org/drawingml/2006/main" noGrp="1"/>
          </p:cNvSpPr>
          <p:nvPr/>
        </p:nvSpPr>
        <p:spPr>
          <a:xfrm xmlns:a="http://schemas.openxmlformats.org/drawingml/2006/main">
            <a:off x="7334250" y="3752850"/>
            <a:ext cx="4095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21" name="excess-authority-accent-1">
            <a:extLst xmlns:a="http://schemas.openxmlformats.org/drawingml/2006/main">
              <a:ext uri="{FF2B5EF4-FFF2-40B4-BE49-F238E27FC236}">
                <a16:creationId xmlns:a16="http://schemas.microsoft.com/office/drawing/2014/main" id="{F093BA87-BF44-4941-91A1-55BFB50C3664}"/>
              </a:ext>
            </a:extLst>
          </p:cNvPr>
          <p:cNvSpPr>
            <a:spLocks xmlns:a="http://schemas.openxmlformats.org/drawingml/2006/main" noGrp="1"/>
          </p:cNvSpPr>
          <p:nvPr/>
        </p:nvSpPr>
        <p:spPr>
          <a:xfrm xmlns:a="http://schemas.openxmlformats.org/drawingml/2006/main">
            <a:off x="7334250" y="3752850"/>
            <a:ext cx="47625" cy="857250"/>
          </a:xfrm>
          <a:prstGeom xmlns:a="http://schemas.openxmlformats.org/drawingml/2006/main" prst="rect">
            <a:avLst/>
          </a:prstGeom>
          <a:solidFill xmlns:a="http://schemas.openxmlformats.org/drawingml/2006/main">
            <a:srgbClr val="B68C7C"/>
          </a:solidFill>
          <a:ln xmlns:a="http://schemas.openxmlformats.org/drawingml/2006/main" w="0">
            <a:noFill/>
          </a:ln>
        </p:spPr>
      </p:sp>
      <p:sp>
        <p:nvSpPr>
          <p:cNvPr id="22" name="role-1">
            <a:extLst xmlns:a="http://schemas.openxmlformats.org/drawingml/2006/main">
              <a:ext uri="{FF2B5EF4-FFF2-40B4-BE49-F238E27FC236}">
                <a16:creationId xmlns:a16="http://schemas.microsoft.com/office/drawing/2014/main" id="{5F6670A7-C063-4852-A38D-3FC0A685E6CA}"/>
              </a:ext>
            </a:extLst>
          </p:cNvPr>
          <p:cNvSpPr>
            <a:spLocks xmlns:a="http://schemas.openxmlformats.org/drawingml/2006/main" noGrp="1"/>
          </p:cNvSpPr>
          <p:nvPr/>
        </p:nvSpPr>
        <p:spPr>
          <a:xfrm xmlns:a="http://schemas.openxmlformats.org/drawingml/2006/main">
            <a:off x="7524750" y="3829050"/>
            <a:ext cx="3762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725" b="1">
                <a:solidFill>
                  <a:srgbClr val="273A3B"/>
                </a:solidFill>
              </a:defRPr>
            </a:pPr>
            <a:r>
              <a:rPr sz="1725" b="1">
                <a:solidFill>
                  <a:srgbClr val="273A3B"/>
                </a:solidFill>
              </a:rPr>
              <a:t>Security: audit source code</a:t>
            </a:r>
          </a:p>
        </p:txBody>
      </p:sp>
      <p:sp>
        <p:nvSpPr>
          <p:cNvPr id="23" name="inherited-scope-1">
            <a:extLst xmlns:a="http://schemas.openxmlformats.org/drawingml/2006/main">
              <a:ext uri="{FF2B5EF4-FFF2-40B4-BE49-F238E27FC236}">
                <a16:creationId xmlns:a16="http://schemas.microsoft.com/office/drawing/2014/main" id="{B9B29B9F-A016-44E2-A6A6-B07D4D080449}"/>
              </a:ext>
            </a:extLst>
          </p:cNvPr>
          <p:cNvSpPr>
            <a:spLocks xmlns:a="http://schemas.openxmlformats.org/drawingml/2006/main" noGrp="1"/>
          </p:cNvSpPr>
          <p:nvPr/>
        </p:nvSpPr>
        <p:spPr>
          <a:xfrm xmlns:a="http://schemas.openxmlformats.org/drawingml/2006/main">
            <a:off x="7524750" y="4352925"/>
            <a:ext cx="3762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350" b="0">
                <a:solidFill>
                  <a:srgbClr val="66716C"/>
                </a:solidFill>
              </a:defRPr>
            </a:pPr>
            <a:r>
              <a:rPr sz="1350" b="0">
                <a:solidFill>
                  <a:srgbClr val="66716C"/>
                </a:solidFill>
              </a:rPr>
              <a:t>Passwords, customer records, full $1,000</a:t>
            </a:r>
          </a:p>
        </p:txBody>
      </p:sp>
      <p:sp>
        <p:nvSpPr>
          <p:cNvPr id="24" name="task-1">
            <a:extLst xmlns:a="http://schemas.openxmlformats.org/drawingml/2006/main">
              <a:ext uri="{FF2B5EF4-FFF2-40B4-BE49-F238E27FC236}">
                <a16:creationId xmlns:a16="http://schemas.microsoft.com/office/drawing/2014/main" id="{164B8FCC-0F62-417D-8DEB-3F6CD3341469}"/>
              </a:ext>
            </a:extLst>
          </p:cNvPr>
          <p:cNvSpPr>
            <a:spLocks xmlns:a="http://schemas.openxmlformats.org/drawingml/2006/main" noGrp="1"/>
          </p:cNvSpPr>
          <p:nvPr/>
        </p:nvSpPr>
        <p:spPr>
          <a:xfrm xmlns:a="http://schemas.openxmlformats.org/drawingml/2006/main">
            <a:off x="7524750" y="4133850"/>
            <a:ext cx="3762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986B5C"/>
                </a:solidFill>
              </a:defRPr>
            </a:pPr>
            <a:r>
              <a:rPr sz="1275" b="1">
                <a:solidFill>
                  <a:srgbClr val="986B5C"/>
                </a:solidFill>
              </a:rPr>
              <a:t>Same access as parent:</a:t>
            </a:r>
          </a:p>
        </p:txBody>
      </p:sp>
      <p:sp>
        <p:nvSpPr>
          <p:cNvPr id="25" name="task-branch-2">
            <a:extLst xmlns:a="http://schemas.openxmlformats.org/drawingml/2006/main">
              <a:ext uri="{FF2B5EF4-FFF2-40B4-BE49-F238E27FC236}">
                <a16:creationId xmlns:a16="http://schemas.microsoft.com/office/drawing/2014/main" id="{FB3429CD-87F4-4631-8E22-9FAB307B2F06}"/>
              </a:ext>
            </a:extLst>
          </p:cNvPr>
          <p:cNvSpPr>
            <a:spLocks xmlns:a="http://schemas.openxmlformats.org/drawingml/2006/main" noGrp="1"/>
          </p:cNvSpPr>
          <p:nvPr/>
        </p:nvSpPr>
        <p:spPr>
          <a:xfrm xmlns:a="http://schemas.openxmlformats.org/drawingml/2006/main">
            <a:off x="7000875" y="5114925"/>
            <a:ext cx="333375" cy="0"/>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26" name="specialist-node-2">
            <a:extLst xmlns:a="http://schemas.openxmlformats.org/drawingml/2006/main">
              <a:ext uri="{FF2B5EF4-FFF2-40B4-BE49-F238E27FC236}">
                <a16:creationId xmlns:a16="http://schemas.microsoft.com/office/drawing/2014/main" id="{9E807972-5CE0-401D-AFF6-46405A7F8C3D}"/>
              </a:ext>
            </a:extLst>
          </p:cNvPr>
          <p:cNvSpPr>
            <a:spLocks xmlns:a="http://schemas.openxmlformats.org/drawingml/2006/main" noGrp="1"/>
          </p:cNvSpPr>
          <p:nvPr/>
        </p:nvSpPr>
        <p:spPr>
          <a:xfrm xmlns:a="http://schemas.openxmlformats.org/drawingml/2006/main">
            <a:off x="7334250" y="4686300"/>
            <a:ext cx="4095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27" name="excess-authority-accent-2">
            <a:extLst xmlns:a="http://schemas.openxmlformats.org/drawingml/2006/main">
              <a:ext uri="{FF2B5EF4-FFF2-40B4-BE49-F238E27FC236}">
                <a16:creationId xmlns:a16="http://schemas.microsoft.com/office/drawing/2014/main" id="{2714B6FB-4284-4E9C-AB0E-740EC7D6FA9F}"/>
              </a:ext>
            </a:extLst>
          </p:cNvPr>
          <p:cNvSpPr>
            <a:spLocks xmlns:a="http://schemas.openxmlformats.org/drawingml/2006/main" noGrp="1"/>
          </p:cNvSpPr>
          <p:nvPr/>
        </p:nvSpPr>
        <p:spPr>
          <a:xfrm xmlns:a="http://schemas.openxmlformats.org/drawingml/2006/main">
            <a:off x="7334250" y="4686300"/>
            <a:ext cx="47625" cy="857250"/>
          </a:xfrm>
          <a:prstGeom xmlns:a="http://schemas.openxmlformats.org/drawingml/2006/main" prst="rect">
            <a:avLst/>
          </a:prstGeom>
          <a:solidFill xmlns:a="http://schemas.openxmlformats.org/drawingml/2006/main">
            <a:srgbClr val="B68C7C"/>
          </a:solidFill>
          <a:ln xmlns:a="http://schemas.openxmlformats.org/drawingml/2006/main" w="0">
            <a:noFill/>
          </a:ln>
        </p:spPr>
      </p:sp>
      <p:sp>
        <p:nvSpPr>
          <p:cNvPr id="28" name="role-2">
            <a:extLst xmlns:a="http://schemas.openxmlformats.org/drawingml/2006/main">
              <a:ext uri="{FF2B5EF4-FFF2-40B4-BE49-F238E27FC236}">
                <a16:creationId xmlns:a16="http://schemas.microsoft.com/office/drawing/2014/main" id="{8E5E19B7-2047-4F51-BD2C-5960D4F79028}"/>
              </a:ext>
            </a:extLst>
          </p:cNvPr>
          <p:cNvSpPr>
            <a:spLocks xmlns:a="http://schemas.openxmlformats.org/drawingml/2006/main" noGrp="1"/>
          </p:cNvSpPr>
          <p:nvPr/>
        </p:nvSpPr>
        <p:spPr>
          <a:xfrm xmlns:a="http://schemas.openxmlformats.org/drawingml/2006/main">
            <a:off x="7524750" y="4762500"/>
            <a:ext cx="3762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725" b="1">
                <a:solidFill>
                  <a:srgbClr val="273A3B"/>
                </a:solidFill>
              </a:defRPr>
            </a:pPr>
            <a:r>
              <a:rPr sz="1725" b="1">
                <a:solidFill>
                  <a:srgbClr val="273A3B"/>
                </a:solidFill>
              </a:rPr>
              <a:t>Hosting: publish a preview</a:t>
            </a:r>
          </a:p>
        </p:txBody>
      </p:sp>
      <p:sp>
        <p:nvSpPr>
          <p:cNvPr id="29" name="inherited-scope-2">
            <a:extLst xmlns:a="http://schemas.openxmlformats.org/drawingml/2006/main">
              <a:ext uri="{FF2B5EF4-FFF2-40B4-BE49-F238E27FC236}">
                <a16:creationId xmlns:a16="http://schemas.microsoft.com/office/drawing/2014/main" id="{6524382C-FCD2-4864-99C8-9031BB826EE7}"/>
              </a:ext>
            </a:extLst>
          </p:cNvPr>
          <p:cNvSpPr>
            <a:spLocks xmlns:a="http://schemas.openxmlformats.org/drawingml/2006/main" noGrp="1"/>
          </p:cNvSpPr>
          <p:nvPr/>
        </p:nvSpPr>
        <p:spPr>
          <a:xfrm xmlns:a="http://schemas.openxmlformats.org/drawingml/2006/main">
            <a:off x="7524750" y="5286375"/>
            <a:ext cx="3762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350" b="0">
                <a:solidFill>
                  <a:srgbClr val="66716C"/>
                </a:solidFill>
              </a:defRPr>
            </a:pPr>
            <a:r>
              <a:rPr sz="1350" b="0">
                <a:solidFill>
                  <a:srgbClr val="66716C"/>
                </a:solidFill>
              </a:rPr>
              <a:t>Passwords, customer records, full $1,000</a:t>
            </a:r>
          </a:p>
        </p:txBody>
      </p:sp>
      <p:sp>
        <p:nvSpPr>
          <p:cNvPr id="30" name="task-2">
            <a:extLst xmlns:a="http://schemas.openxmlformats.org/drawingml/2006/main">
              <a:ext uri="{FF2B5EF4-FFF2-40B4-BE49-F238E27FC236}">
                <a16:creationId xmlns:a16="http://schemas.microsoft.com/office/drawing/2014/main" id="{ADBA84E1-528B-4E39-9BC6-B59ABC205A5A}"/>
              </a:ext>
            </a:extLst>
          </p:cNvPr>
          <p:cNvSpPr>
            <a:spLocks xmlns:a="http://schemas.openxmlformats.org/drawingml/2006/main" noGrp="1"/>
          </p:cNvSpPr>
          <p:nvPr/>
        </p:nvSpPr>
        <p:spPr>
          <a:xfrm xmlns:a="http://schemas.openxmlformats.org/drawingml/2006/main">
            <a:off x="7524750" y="5067300"/>
            <a:ext cx="3762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986B5C"/>
                </a:solidFill>
              </a:defRPr>
            </a:pPr>
            <a:r>
              <a:rPr sz="1275" b="1">
                <a:solidFill>
                  <a:srgbClr val="986B5C"/>
                </a:solidFill>
              </a:rPr>
              <a:t>Same access as parent:</a:t>
            </a:r>
          </a:p>
        </p:txBody>
      </p:sp>
      <p:sp>
        <p:nvSpPr>
          <p:cNvPr id="31" name="task-branch-3">
            <a:extLst xmlns:a="http://schemas.openxmlformats.org/drawingml/2006/main">
              <a:ext uri="{FF2B5EF4-FFF2-40B4-BE49-F238E27FC236}">
                <a16:creationId xmlns:a16="http://schemas.microsoft.com/office/drawing/2014/main" id="{FF5CEF01-3356-4424-9AC4-4197824CE56A}"/>
              </a:ext>
            </a:extLst>
          </p:cNvPr>
          <p:cNvSpPr>
            <a:spLocks xmlns:a="http://schemas.openxmlformats.org/drawingml/2006/main" noGrp="1"/>
          </p:cNvSpPr>
          <p:nvPr/>
        </p:nvSpPr>
        <p:spPr>
          <a:xfrm xmlns:a="http://schemas.openxmlformats.org/drawingml/2006/main">
            <a:off x="7000875" y="6048375"/>
            <a:ext cx="333375" cy="0"/>
          </a:xfrm>
          <a:prstGeom xmlns:a="http://schemas.openxmlformats.org/drawingml/2006/main" prst="line">
            <a:avLst/>
          </a:prstGeom>
          <a:noFill xmlns:a="http://schemas.openxmlformats.org/drawingml/2006/main"/>
          <a:ln xmlns:a="http://schemas.openxmlformats.org/drawingml/2006/main" w="19050">
            <a:solidFill>
              <a:srgbClr val="AC8C7E"/>
            </a:solidFill>
          </a:ln>
        </p:spPr>
      </p:sp>
      <p:sp>
        <p:nvSpPr>
          <p:cNvPr id="32" name="specialist-node-3">
            <a:extLst xmlns:a="http://schemas.openxmlformats.org/drawingml/2006/main">
              <a:ext uri="{FF2B5EF4-FFF2-40B4-BE49-F238E27FC236}">
                <a16:creationId xmlns:a16="http://schemas.microsoft.com/office/drawing/2014/main" id="{BACBF06F-E4DA-486D-8B41-BF2EFD538776}"/>
              </a:ext>
            </a:extLst>
          </p:cNvPr>
          <p:cNvSpPr>
            <a:spLocks xmlns:a="http://schemas.openxmlformats.org/drawingml/2006/main" noGrp="1"/>
          </p:cNvSpPr>
          <p:nvPr/>
        </p:nvSpPr>
        <p:spPr>
          <a:xfrm xmlns:a="http://schemas.openxmlformats.org/drawingml/2006/main">
            <a:off x="7334250" y="5619750"/>
            <a:ext cx="4095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33" name="excess-authority-accent-3">
            <a:extLst xmlns:a="http://schemas.openxmlformats.org/drawingml/2006/main">
              <a:ext uri="{FF2B5EF4-FFF2-40B4-BE49-F238E27FC236}">
                <a16:creationId xmlns:a16="http://schemas.microsoft.com/office/drawing/2014/main" id="{6F6E788C-44EC-4040-8B6A-5F5404B325BF}"/>
              </a:ext>
            </a:extLst>
          </p:cNvPr>
          <p:cNvSpPr>
            <a:spLocks xmlns:a="http://schemas.openxmlformats.org/drawingml/2006/main" noGrp="1"/>
          </p:cNvSpPr>
          <p:nvPr/>
        </p:nvSpPr>
        <p:spPr>
          <a:xfrm xmlns:a="http://schemas.openxmlformats.org/drawingml/2006/main">
            <a:off x="7334250" y="5619750"/>
            <a:ext cx="47625" cy="857250"/>
          </a:xfrm>
          <a:prstGeom xmlns:a="http://schemas.openxmlformats.org/drawingml/2006/main" prst="rect">
            <a:avLst/>
          </a:prstGeom>
          <a:solidFill xmlns:a="http://schemas.openxmlformats.org/drawingml/2006/main">
            <a:srgbClr val="B68C7C"/>
          </a:solidFill>
          <a:ln xmlns:a="http://schemas.openxmlformats.org/drawingml/2006/main" w="0">
            <a:noFill/>
          </a:ln>
        </p:spPr>
      </p:sp>
      <p:sp>
        <p:nvSpPr>
          <p:cNvPr id="34" name="role-3">
            <a:extLst xmlns:a="http://schemas.openxmlformats.org/drawingml/2006/main">
              <a:ext uri="{FF2B5EF4-FFF2-40B4-BE49-F238E27FC236}">
                <a16:creationId xmlns:a16="http://schemas.microsoft.com/office/drawing/2014/main" id="{BAD0F767-9EB5-4FE6-BC01-EA023B0D39CE}"/>
              </a:ext>
            </a:extLst>
          </p:cNvPr>
          <p:cNvSpPr>
            <a:spLocks xmlns:a="http://schemas.openxmlformats.org/drawingml/2006/main" noGrp="1"/>
          </p:cNvSpPr>
          <p:nvPr/>
        </p:nvSpPr>
        <p:spPr>
          <a:xfrm xmlns:a="http://schemas.openxmlformats.org/drawingml/2006/main">
            <a:off x="7524750" y="5695950"/>
            <a:ext cx="3762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725" b="1">
                <a:solidFill>
                  <a:srgbClr val="273A3B"/>
                </a:solidFill>
              </a:defRPr>
            </a:pPr>
            <a:r>
              <a:rPr sz="1725" b="1">
                <a:solidFill>
                  <a:srgbClr val="273A3B"/>
                </a:solidFill>
              </a:rPr>
              <a:t>Analytics: measure conversion</a:t>
            </a:r>
          </a:p>
        </p:txBody>
      </p:sp>
      <p:sp>
        <p:nvSpPr>
          <p:cNvPr id="35" name="inherited-scope-3">
            <a:extLst xmlns:a="http://schemas.openxmlformats.org/drawingml/2006/main">
              <a:ext uri="{FF2B5EF4-FFF2-40B4-BE49-F238E27FC236}">
                <a16:creationId xmlns:a16="http://schemas.microsoft.com/office/drawing/2014/main" id="{F5E2CF32-10F2-443D-B492-6CC635B25A19}"/>
              </a:ext>
            </a:extLst>
          </p:cNvPr>
          <p:cNvSpPr>
            <a:spLocks xmlns:a="http://schemas.openxmlformats.org/drawingml/2006/main" noGrp="1"/>
          </p:cNvSpPr>
          <p:nvPr/>
        </p:nvSpPr>
        <p:spPr>
          <a:xfrm xmlns:a="http://schemas.openxmlformats.org/drawingml/2006/main">
            <a:off x="7524750" y="6219825"/>
            <a:ext cx="3762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350" b="0">
                <a:solidFill>
                  <a:srgbClr val="66716C"/>
                </a:solidFill>
              </a:defRPr>
            </a:pPr>
            <a:r>
              <a:rPr sz="1350" b="0">
                <a:solidFill>
                  <a:srgbClr val="66716C"/>
                </a:solidFill>
              </a:rPr>
              <a:t>Passwords, customer records, full $1,000</a:t>
            </a:r>
          </a:p>
        </p:txBody>
      </p:sp>
      <p:sp>
        <p:nvSpPr>
          <p:cNvPr id="36" name="task-3">
            <a:extLst xmlns:a="http://schemas.openxmlformats.org/drawingml/2006/main">
              <a:ext uri="{FF2B5EF4-FFF2-40B4-BE49-F238E27FC236}">
                <a16:creationId xmlns:a16="http://schemas.microsoft.com/office/drawing/2014/main" id="{61A6FCB3-37E6-4409-B324-9C59B6DD1510}"/>
              </a:ext>
            </a:extLst>
          </p:cNvPr>
          <p:cNvSpPr>
            <a:spLocks xmlns:a="http://schemas.openxmlformats.org/drawingml/2006/main" noGrp="1"/>
          </p:cNvSpPr>
          <p:nvPr/>
        </p:nvSpPr>
        <p:spPr>
          <a:xfrm xmlns:a="http://schemas.openxmlformats.org/drawingml/2006/main">
            <a:off x="7524750" y="6000750"/>
            <a:ext cx="3762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986B5C"/>
                </a:solidFill>
              </a:defRPr>
            </a:pPr>
            <a:r>
              <a:rPr sz="1275" b="1">
                <a:solidFill>
                  <a:srgbClr val="986B5C"/>
                </a:solidFill>
              </a:rPr>
              <a:t>Same access as parent:</a:t>
            </a:r>
          </a:p>
        </p:txBody>
      </p:sp>
    </p:spTree>
    <p:extLst>
      <p:ext uri="{BB962C8B-B14F-4D97-AF65-F5344CB8AC3E}">
        <p14:creationId xmlns:p14="http://schemas.microsoft.com/office/powerpoint/2010/main" val="62410741"/>
      </p:ext>
    </p:extLst>
  </p:cSld>
  <p:extLst>
    <p:ext uri="{6950BFC3-D8DA-4A85-94F7-54DA5524770B}">
      <p188:commentRel xmlns:r="http://schemas.openxmlformats.org/officeDocument/2006/relationships" xmlns:p188="http://schemas.microsoft.com/office/powerpoint/2018/8/main" r:id="Re9e5c38bc4cc43a9"/>
    </p:ext>
  </p:extLst>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 name="solution-label">
            <a:extLst xmlns:a="http://schemas.openxmlformats.org/drawingml/2006/main">
              <a:ext uri="{FF2B5EF4-FFF2-40B4-BE49-F238E27FC236}">
                <a16:creationId xmlns:a16="http://schemas.microsoft.com/office/drawing/2014/main" id="{FDC30094-3707-42F0-9C66-FBA3A7C86B5F}"/>
              </a:ext>
            </a:extLst>
          </p:cNvPr>
          <p:cNvSpPr>
            <a:spLocks xmlns:a="http://schemas.openxmlformats.org/drawingml/2006/main" noGrp="1"/>
          </p:cNvSpPr>
          <p:nvPr/>
        </p:nvSpPr>
        <p:spPr>
          <a:xfrm xmlns:a="http://schemas.openxmlformats.org/drawingml/2006/main">
            <a:off x="609600" y="4476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2025" b="1">
                <a:solidFill>
                  <a:srgbClr val="273A3B"/>
                </a:solidFill>
              </a:defRPr>
            </a:pPr>
            <a:r>
              <a:rPr sz="2025" b="1">
                <a:solidFill>
                  <a:srgbClr val="273A3B"/>
                </a:solidFill>
              </a:rPr>
              <a:t>AgentPass</a:t>
            </a:r>
          </a:p>
        </p:txBody>
      </p:sp>
      <p:sp>
        <p:nvSpPr>
          <p:cNvPr id="3" name="solution-brand">
            <a:extLst xmlns:a="http://schemas.openxmlformats.org/drawingml/2006/main">
              <a:ext uri="{FF2B5EF4-FFF2-40B4-BE49-F238E27FC236}">
                <a16:creationId xmlns:a16="http://schemas.microsoft.com/office/drawing/2014/main" id="{FB5511B8-1462-499D-A3CD-CADE2BB505A1}"/>
              </a:ext>
            </a:extLst>
          </p:cNvPr>
          <p:cNvSpPr>
            <a:spLocks xmlns:a="http://schemas.openxmlformats.org/drawingml/2006/main" noGrp="1"/>
          </p:cNvSpPr>
          <p:nvPr/>
        </p:nvSpPr>
        <p:spPr>
          <a:xfrm xmlns:a="http://schemas.openxmlformats.org/drawingml/2006/main">
            <a:off x="628650" y="1381125"/>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53735B"/>
                </a:solidFill>
              </a:defRPr>
            </a:pPr>
            <a:r>
              <a:rPr sz="1275" b="1">
                <a:solidFill>
                  <a:srgbClr val="53735B"/>
                </a:solidFill>
              </a:rPr>
              <a:t>THE SOLUTION</a:t>
            </a:r>
          </a:p>
        </p:txBody>
      </p:sp>
      <p:sp>
        <p:nvSpPr>
          <p:cNvPr id="4" name="solution-title">
            <a:extLst xmlns:a="http://schemas.openxmlformats.org/drawingml/2006/main">
              <a:ext uri="{FF2B5EF4-FFF2-40B4-BE49-F238E27FC236}">
                <a16:creationId xmlns:a16="http://schemas.microsoft.com/office/drawing/2014/main" id="{3A8AEE1C-D59B-4A2B-8B5F-CB1539E8F2BC}"/>
              </a:ext>
            </a:extLst>
          </p:cNvPr>
          <p:cNvSpPr>
            <a:spLocks xmlns:a="http://schemas.openxmlformats.org/drawingml/2006/main" noGrp="1"/>
          </p:cNvSpPr>
          <p:nvPr/>
        </p:nvSpPr>
        <p:spPr>
          <a:xfrm xmlns:a="http://schemas.openxmlformats.org/drawingml/2006/main">
            <a:off x="590550" y="2076450"/>
            <a:ext cx="6286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3750" b="1">
                <a:solidFill>
                  <a:srgbClr val="273A3B"/>
                </a:solidFill>
              </a:defRPr>
            </a:pPr>
            <a:r>
              <a:rPr sz="3750" b="1">
                <a:solidFill>
                  <a:srgbClr val="273A3B"/>
                </a:solidFill>
              </a:rPr>
              <a:t>AgentPass gives each</a:t>
            </a:r>
          </a:p>
          <a:p xmlns:a="http://schemas.openxmlformats.org/drawingml/2006/main">
            <a:pPr>
              <a:defRPr sz="3750" b="1">
                <a:solidFill>
                  <a:srgbClr val="273A3B"/>
                </a:solidFill>
              </a:defRPr>
            </a:pPr>
            <a:r>
              <a:rPr sz="3750" b="1">
                <a:solidFill>
                  <a:srgbClr val="273A3B"/>
                </a:solidFill>
              </a:rPr>
              <a:t>agent scoped permissions</a:t>
            </a:r>
          </a:p>
        </p:txBody>
      </p:sp>
      <p:sp>
        <p:nvSpPr>
          <p:cNvPr id="5" name="solution-context">
            <a:extLst xmlns:a="http://schemas.openxmlformats.org/drawingml/2006/main">
              <a:ext uri="{FF2B5EF4-FFF2-40B4-BE49-F238E27FC236}">
                <a16:creationId xmlns:a16="http://schemas.microsoft.com/office/drawing/2014/main" id="{AE412EDC-445F-4BEC-A8AC-6E16B61E0354}"/>
              </a:ext>
            </a:extLst>
          </p:cNvPr>
          <p:cNvSpPr>
            <a:spLocks xmlns:a="http://schemas.openxmlformats.org/drawingml/2006/main" noGrp="1"/>
          </p:cNvSpPr>
          <p:nvPr/>
        </p:nvSpPr>
        <p:spPr>
          <a:xfrm xmlns:a="http://schemas.openxmlformats.org/drawingml/2006/main">
            <a:off x="628650" y="3648075"/>
            <a:ext cx="6191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950" b="0">
                <a:solidFill>
                  <a:srgbClr val="66716C"/>
                </a:solidFill>
              </a:defRPr>
            </a:pPr>
            <a:r>
              <a:rPr sz="1950" b="0">
                <a:solidFill>
                  <a:srgbClr val="66716C"/>
                </a:solidFill>
              </a:rPr>
              <a:t>Agents can request, negotiate, and use them.</a:t>
            </a:r>
          </a:p>
          <a:p xmlns:a="http://schemas.openxmlformats.org/drawingml/2006/main">
            <a:pPr>
              <a:defRPr sz="1950" b="0">
                <a:solidFill>
                  <a:srgbClr val="66716C"/>
                </a:solidFill>
              </a:defRPr>
            </a:pPr>
            <a:r>
              <a:rPr sz="1950" b="0">
                <a:solidFill>
                  <a:srgbClr val="66716C"/>
                </a:solidFill>
              </a:rPr>
              <a:t>The owner can revoke them.</a:t>
            </a:r>
          </a:p>
        </p:txBody>
      </p:sp>
      <p:sp>
        <p:nvSpPr>
          <p:cNvPr id="6" name="budget-example-label">
            <a:extLst xmlns:a="http://schemas.openxmlformats.org/drawingml/2006/main">
              <a:ext uri="{FF2B5EF4-FFF2-40B4-BE49-F238E27FC236}">
                <a16:creationId xmlns:a16="http://schemas.microsoft.com/office/drawing/2014/main" id="{D029EB49-2016-40C9-A77D-F6F54734EE32}"/>
              </a:ext>
            </a:extLst>
          </p:cNvPr>
          <p:cNvSpPr>
            <a:spLocks xmlns:a="http://schemas.openxmlformats.org/drawingml/2006/main" noGrp="1"/>
          </p:cNvSpPr>
          <p:nvPr/>
        </p:nvSpPr>
        <p:spPr>
          <a:xfrm xmlns:a="http://schemas.openxmlformats.org/drawingml/2006/main">
            <a:off x="628650" y="4552950"/>
            <a:ext cx="590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275" b="1">
                <a:solidFill>
                  <a:srgbClr val="758177"/>
                </a:solidFill>
              </a:defRPr>
            </a:pPr>
            <a:r>
              <a:rPr sz="1275" b="1">
                <a:solidFill>
                  <a:srgbClr val="758177"/>
                </a:solidFill>
              </a:rPr>
              <a:t>EXAMPLE SPENDING LIMIT</a:t>
            </a:r>
          </a:p>
        </p:txBody>
      </p:sp>
      <p:sp>
        <p:nvSpPr>
          <p:cNvPr id="7" name="parent-budget-amount">
            <a:extLst xmlns:a="http://schemas.openxmlformats.org/drawingml/2006/main">
              <a:ext uri="{FF2B5EF4-FFF2-40B4-BE49-F238E27FC236}">
                <a16:creationId xmlns:a16="http://schemas.microsoft.com/office/drawing/2014/main" id="{1FE94106-C0EE-4B98-8DF3-7B58A68380A8}"/>
              </a:ext>
            </a:extLst>
          </p:cNvPr>
          <p:cNvSpPr>
            <a:spLocks xmlns:a="http://schemas.openxmlformats.org/drawingml/2006/main" noGrp="1"/>
          </p:cNvSpPr>
          <p:nvPr/>
        </p:nvSpPr>
        <p:spPr>
          <a:xfrm xmlns:a="http://schemas.openxmlformats.org/drawingml/2006/main">
            <a:off x="609600" y="48768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3825" b="1">
                <a:solidFill>
                  <a:srgbClr val="596F7C"/>
                </a:solidFill>
              </a:defRPr>
            </a:pPr>
            <a:r>
              <a:rPr sz="3825" b="1">
                <a:solidFill>
                  <a:srgbClr val="596F7C"/>
                </a:solidFill>
              </a:rPr>
              <a:t>$1,000</a:t>
            </a:r>
          </a:p>
        </p:txBody>
      </p:sp>
      <p:sp>
        <p:nvSpPr>
          <p:cNvPr id="8" name="parent-budget-caption">
            <a:extLst xmlns:a="http://schemas.openxmlformats.org/drawingml/2006/main">
              <a:ext uri="{FF2B5EF4-FFF2-40B4-BE49-F238E27FC236}">
                <a16:creationId xmlns:a16="http://schemas.microsoft.com/office/drawing/2014/main" id="{722E3C7F-F318-4EBD-9CF3-BDC101005B26}"/>
              </a:ext>
            </a:extLst>
          </p:cNvPr>
          <p:cNvSpPr>
            <a:spLocks xmlns:a="http://schemas.openxmlformats.org/drawingml/2006/main" noGrp="1"/>
          </p:cNvSpPr>
          <p:nvPr/>
        </p:nvSpPr>
        <p:spPr>
          <a:xfrm xmlns:a="http://schemas.openxmlformats.org/drawingml/2006/main">
            <a:off x="628650" y="5505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75" b="0">
                <a:solidFill>
                  <a:srgbClr val="66716C"/>
                </a:solidFill>
              </a:defRPr>
            </a:pPr>
            <a:r>
              <a:rPr sz="1575" b="0">
                <a:solidFill>
                  <a:srgbClr val="66716C"/>
                </a:solidFill>
              </a:rPr>
              <a:t>Parent budget</a:t>
            </a:r>
          </a:p>
        </p:txBody>
      </p:sp>
      <p:sp>
        <p:nvSpPr>
          <p:cNvPr id="9" name="child-budget-amount">
            <a:extLst xmlns:a="http://schemas.openxmlformats.org/drawingml/2006/main">
              <a:ext uri="{FF2B5EF4-FFF2-40B4-BE49-F238E27FC236}">
                <a16:creationId xmlns:a16="http://schemas.microsoft.com/office/drawing/2014/main" id="{DB4FECE0-32C9-4C07-B5DC-035000CE27AA}"/>
              </a:ext>
            </a:extLst>
          </p:cNvPr>
          <p:cNvSpPr>
            <a:spLocks xmlns:a="http://schemas.openxmlformats.org/drawingml/2006/main" noGrp="1"/>
          </p:cNvSpPr>
          <p:nvPr/>
        </p:nvSpPr>
        <p:spPr>
          <a:xfrm xmlns:a="http://schemas.openxmlformats.org/drawingml/2006/main">
            <a:off x="3467100" y="48768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3825" b="1">
                <a:solidFill>
                  <a:srgbClr val="426B4C"/>
                </a:solidFill>
              </a:defRPr>
            </a:pPr>
            <a:r>
              <a:rPr sz="3825" b="1">
                <a:solidFill>
                  <a:srgbClr val="426B4C"/>
                </a:solidFill>
              </a:rPr>
              <a:t>$200</a:t>
            </a:r>
          </a:p>
        </p:txBody>
      </p:sp>
      <p:sp>
        <p:nvSpPr>
          <p:cNvPr id="10" name="child-budget-caption">
            <a:extLst xmlns:a="http://schemas.openxmlformats.org/drawingml/2006/main">
              <a:ext uri="{FF2B5EF4-FFF2-40B4-BE49-F238E27FC236}">
                <a16:creationId xmlns:a16="http://schemas.microsoft.com/office/drawing/2014/main" id="{5EEAD323-1949-4809-8F53-04D7844B46DE}"/>
              </a:ext>
            </a:extLst>
          </p:cNvPr>
          <p:cNvSpPr>
            <a:spLocks xmlns:a="http://schemas.openxmlformats.org/drawingml/2006/main" noGrp="1"/>
          </p:cNvSpPr>
          <p:nvPr/>
        </p:nvSpPr>
        <p:spPr>
          <a:xfrm xmlns:a="http://schemas.openxmlformats.org/drawingml/2006/main">
            <a:off x="3486150" y="5505450"/>
            <a:ext cx="290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75" b="0">
                <a:solidFill>
                  <a:srgbClr val="66716C"/>
                </a:solidFill>
              </a:defRPr>
            </a:pPr>
            <a:r>
              <a:rPr sz="1575" b="0">
                <a:solidFill>
                  <a:srgbClr val="66716C"/>
                </a:solidFill>
              </a:rPr>
              <a:t>Child spending limit</a:t>
            </a:r>
          </a:p>
        </p:txBody>
      </p:sp>
      <p:sp>
        <p:nvSpPr>
          <p:cNvPr id="11" name="budget-shared-caption">
            <a:extLst xmlns:a="http://schemas.openxmlformats.org/drawingml/2006/main">
              <a:ext uri="{FF2B5EF4-FFF2-40B4-BE49-F238E27FC236}">
                <a16:creationId xmlns:a16="http://schemas.microsoft.com/office/drawing/2014/main" id="{F91B84B0-1927-439C-8AE0-DCB8F659C5F4}"/>
              </a:ext>
            </a:extLst>
          </p:cNvPr>
          <p:cNvSpPr>
            <a:spLocks xmlns:a="http://schemas.openxmlformats.org/drawingml/2006/main" noGrp="1"/>
          </p:cNvSpPr>
          <p:nvPr/>
        </p:nvSpPr>
        <p:spPr>
          <a:xfrm xmlns:a="http://schemas.openxmlformats.org/drawingml/2006/main">
            <a:off x="628650" y="60769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66716C"/>
                </a:solidFill>
              </a:defRPr>
            </a:pPr>
            <a:r>
              <a:rPr sz="1500" b="0">
                <a:solidFill>
                  <a:srgbClr val="66716C"/>
                </a:solidFill>
              </a:rPr>
              <a:t>Child spend also reduces the parent’s remaining budget.</a:t>
            </a:r>
          </a:p>
        </p:txBody>
      </p:sp>
      <p:sp>
        <p:nvSpPr>
          <p:cNvPr id="12" name="lead-node">
            <a:extLst xmlns:a="http://schemas.openxmlformats.org/drawingml/2006/main">
              <a:ext uri="{FF2B5EF4-FFF2-40B4-BE49-F238E27FC236}">
                <a16:creationId xmlns:a16="http://schemas.microsoft.com/office/drawing/2014/main" id="{BD3587A0-2EC9-4D42-A9BB-4C5A62325C24}"/>
              </a:ext>
            </a:extLst>
          </p:cNvPr>
          <p:cNvSpPr>
            <a:spLocks xmlns:a="http://schemas.openxmlformats.org/drawingml/2006/main" noGrp="1"/>
          </p:cNvSpPr>
          <p:nvPr/>
        </p:nvSpPr>
        <p:spPr>
          <a:xfrm xmlns:a="http://schemas.openxmlformats.org/drawingml/2006/main">
            <a:off x="7334250" y="1028700"/>
            <a:ext cx="4095750" cy="762000"/>
          </a:xfrm>
          <a:prstGeom xmlns:a="http://schemas.openxmlformats.org/drawingml/2006/main" prst="rect">
            <a:avLst/>
          </a:prstGeom>
          <a:solidFill xmlns:a="http://schemas.openxmlformats.org/drawingml/2006/main">
            <a:srgbClr val="596F7C"/>
          </a:solidFill>
          <a:ln xmlns:a="http://schemas.openxmlformats.org/drawingml/2006/main" w="0">
            <a:noFill/>
          </a:ln>
        </p:spPr>
      </p:sp>
      <p:sp>
        <p:nvSpPr>
          <p:cNvPr id="13" name="lead-label">
            <a:extLst xmlns:a="http://schemas.openxmlformats.org/drawingml/2006/main">
              <a:ext uri="{FF2B5EF4-FFF2-40B4-BE49-F238E27FC236}">
                <a16:creationId xmlns:a16="http://schemas.microsoft.com/office/drawing/2014/main" id="{81FCD14A-7CEC-4CE3-962F-34671FE6C9B5}"/>
              </a:ext>
            </a:extLst>
          </p:cNvPr>
          <p:cNvSpPr>
            <a:spLocks xmlns:a="http://schemas.openxmlformats.org/drawingml/2006/main" noGrp="1"/>
          </p:cNvSpPr>
          <p:nvPr/>
        </p:nvSpPr>
        <p:spPr>
          <a:xfrm xmlns:a="http://schemas.openxmlformats.org/drawingml/2006/main">
            <a:off x="7524750" y="11430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2100" b="1">
                <a:solidFill>
                  <a:srgbClr val="FFFFFF"/>
                </a:solidFill>
              </a:defRPr>
            </a:pPr>
            <a:r>
              <a:rPr sz="2100" b="1">
                <a:solidFill>
                  <a:srgbClr val="FFFFFF"/>
                </a:solidFill>
              </a:rPr>
              <a:t>Lead agent</a:t>
            </a:r>
          </a:p>
        </p:txBody>
      </p:sp>
      <p:sp>
        <p:nvSpPr>
          <p:cNvPr id="14" name="lead-caption">
            <a:extLst xmlns:a="http://schemas.openxmlformats.org/drawingml/2006/main">
              <a:ext uri="{FF2B5EF4-FFF2-40B4-BE49-F238E27FC236}">
                <a16:creationId xmlns:a16="http://schemas.microsoft.com/office/drawing/2014/main" id="{1CEE467E-1F0E-48B5-AA38-19ADFBF92055}"/>
              </a:ext>
            </a:extLst>
          </p:cNvPr>
          <p:cNvSpPr>
            <a:spLocks xmlns:a="http://schemas.openxmlformats.org/drawingml/2006/main" noGrp="1"/>
          </p:cNvSpPr>
          <p:nvPr/>
        </p:nvSpPr>
        <p:spPr>
          <a:xfrm xmlns:a="http://schemas.openxmlformats.org/drawingml/2006/main">
            <a:off x="7524750" y="148590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F1F3F2"/>
                </a:solidFill>
              </a:defRPr>
            </a:pPr>
            <a:r>
              <a:rPr sz="1500" b="0">
                <a:solidFill>
                  <a:srgbClr val="F1F3F2"/>
                </a:solidFill>
              </a:rPr>
              <a:t>Sets access, budget and duration</a:t>
            </a:r>
          </a:p>
        </p:txBody>
      </p:sp>
      <p:sp>
        <p:nvSpPr>
          <p:cNvPr id="15" name="lead-to-agentpass">
            <a:extLst xmlns:a="http://schemas.openxmlformats.org/drawingml/2006/main">
              <a:ext uri="{FF2B5EF4-FFF2-40B4-BE49-F238E27FC236}">
                <a16:creationId xmlns:a16="http://schemas.microsoft.com/office/drawing/2014/main" id="{26AAD712-76BC-4179-AA5B-71756C610C3F}"/>
              </a:ext>
            </a:extLst>
          </p:cNvPr>
          <p:cNvSpPr>
            <a:spLocks xmlns:a="http://schemas.openxmlformats.org/drawingml/2006/main" noGrp="1"/>
          </p:cNvSpPr>
          <p:nvPr/>
        </p:nvSpPr>
        <p:spPr>
          <a:xfrm xmlns:a="http://schemas.openxmlformats.org/drawingml/2006/main">
            <a:off x="9382125" y="1790700"/>
            <a:ext cx="0" cy="304800"/>
          </a:xfrm>
          <a:prstGeom xmlns:a="http://schemas.openxmlformats.org/drawingml/2006/main" prst="line">
            <a:avLst/>
          </a:prstGeom>
          <a:noFill xmlns:a="http://schemas.openxmlformats.org/drawingml/2006/main"/>
          <a:ln xmlns:a="http://schemas.openxmlformats.org/drawingml/2006/main" w="19050">
            <a:solidFill>
              <a:srgbClr val="A2B0B4"/>
            </a:solidFill>
          </a:ln>
        </p:spPr>
      </p:sp>
      <p:sp>
        <p:nvSpPr>
          <p:cNvPr id="16" name="authority-node">
            <a:extLst xmlns:a="http://schemas.openxmlformats.org/drawingml/2006/main">
              <a:ext uri="{FF2B5EF4-FFF2-40B4-BE49-F238E27FC236}">
                <a16:creationId xmlns:a16="http://schemas.microsoft.com/office/drawing/2014/main" id="{4EFB6FBC-3467-422A-8C05-23FC61930F5C}"/>
              </a:ext>
            </a:extLst>
          </p:cNvPr>
          <p:cNvSpPr>
            <a:spLocks xmlns:a="http://schemas.openxmlformats.org/drawingml/2006/main" noGrp="1"/>
          </p:cNvSpPr>
          <p:nvPr/>
        </p:nvSpPr>
        <p:spPr>
          <a:xfrm xmlns:a="http://schemas.openxmlformats.org/drawingml/2006/main">
            <a:off x="7334250" y="2095500"/>
            <a:ext cx="4095750" cy="771525"/>
          </a:xfrm>
          <a:prstGeom xmlns:a="http://schemas.openxmlformats.org/drawingml/2006/main" prst="rect">
            <a:avLst/>
          </a:prstGeom>
          <a:solidFill xmlns:a="http://schemas.openxmlformats.org/drawingml/2006/main">
            <a:srgbClr val="D7E3D3"/>
          </a:solidFill>
          <a:ln xmlns:a="http://schemas.openxmlformats.org/drawingml/2006/main" w="0">
            <a:noFill/>
          </a:ln>
        </p:spPr>
      </p:sp>
      <p:sp>
        <p:nvSpPr>
          <p:cNvPr id="17" name="authority-label">
            <a:extLst xmlns:a="http://schemas.openxmlformats.org/drawingml/2006/main">
              <a:ext uri="{FF2B5EF4-FFF2-40B4-BE49-F238E27FC236}">
                <a16:creationId xmlns:a16="http://schemas.microsoft.com/office/drawing/2014/main" id="{302005B2-77D4-4EE6-A3AE-5D09BDC3C777}"/>
              </a:ext>
            </a:extLst>
          </p:cNvPr>
          <p:cNvSpPr>
            <a:spLocks xmlns:a="http://schemas.openxmlformats.org/drawingml/2006/main" noGrp="1"/>
          </p:cNvSpPr>
          <p:nvPr/>
        </p:nvSpPr>
        <p:spPr>
          <a:xfrm xmlns:a="http://schemas.openxmlformats.org/drawingml/2006/main">
            <a:off x="7524750" y="21812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2175" b="1">
                <a:solidFill>
                  <a:srgbClr val="2D5239"/>
                </a:solidFill>
              </a:defRPr>
            </a:pPr>
            <a:r>
              <a:rPr sz="2175" b="1">
                <a:solidFill>
                  <a:srgbClr val="2D5239"/>
                </a:solidFill>
              </a:rPr>
              <a:t>AgentPass</a:t>
            </a:r>
          </a:p>
        </p:txBody>
      </p:sp>
      <p:sp>
        <p:nvSpPr>
          <p:cNvPr id="18" name="authority-caption">
            <a:extLst xmlns:a="http://schemas.openxmlformats.org/drawingml/2006/main">
              <a:ext uri="{FF2B5EF4-FFF2-40B4-BE49-F238E27FC236}">
                <a16:creationId xmlns:a16="http://schemas.microsoft.com/office/drawing/2014/main" id="{35C5BCC5-401A-4411-B400-C96DFD8E4C4A}"/>
              </a:ext>
            </a:extLst>
          </p:cNvPr>
          <p:cNvSpPr>
            <a:spLocks xmlns:a="http://schemas.openxmlformats.org/drawingml/2006/main" noGrp="1"/>
          </p:cNvSpPr>
          <p:nvPr/>
        </p:nvSpPr>
        <p:spPr>
          <a:xfrm xmlns:a="http://schemas.openxmlformats.org/drawingml/2006/main">
            <a:off x="7524750" y="254317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53735B"/>
                </a:solidFill>
              </a:defRPr>
            </a:pPr>
            <a:r>
              <a:rPr sz="1500" b="0">
                <a:solidFill>
                  <a:srgbClr val="53735B"/>
                </a:solidFill>
              </a:rPr>
              <a:t>Sets limits. Checks every action.</a:t>
            </a:r>
          </a:p>
        </p:txBody>
      </p:sp>
      <p:sp>
        <p:nvSpPr>
          <p:cNvPr id="19" name="authority-stem">
            <a:extLst xmlns:a="http://schemas.openxmlformats.org/drawingml/2006/main">
              <a:ext uri="{FF2B5EF4-FFF2-40B4-BE49-F238E27FC236}">
                <a16:creationId xmlns:a16="http://schemas.microsoft.com/office/drawing/2014/main" id="{B6E4DBA1-D801-4207-BAF6-5EBB65B800F5}"/>
              </a:ext>
            </a:extLst>
          </p:cNvPr>
          <p:cNvSpPr>
            <a:spLocks xmlns:a="http://schemas.openxmlformats.org/drawingml/2006/main" noGrp="1"/>
          </p:cNvSpPr>
          <p:nvPr/>
        </p:nvSpPr>
        <p:spPr>
          <a:xfrm xmlns:a="http://schemas.openxmlformats.org/drawingml/2006/main">
            <a:off x="9382125" y="2867025"/>
            <a:ext cx="0" cy="190500"/>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20" name="authority-branch">
            <a:extLst xmlns:a="http://schemas.openxmlformats.org/drawingml/2006/main">
              <a:ext uri="{FF2B5EF4-FFF2-40B4-BE49-F238E27FC236}">
                <a16:creationId xmlns:a16="http://schemas.microsoft.com/office/drawing/2014/main" id="{29A9DB17-C6B3-410C-8AAA-846487830F17}"/>
              </a:ext>
            </a:extLst>
          </p:cNvPr>
          <p:cNvSpPr>
            <a:spLocks xmlns:a="http://schemas.openxmlformats.org/drawingml/2006/main" noGrp="1"/>
          </p:cNvSpPr>
          <p:nvPr/>
        </p:nvSpPr>
        <p:spPr>
          <a:xfrm xmlns:a="http://schemas.openxmlformats.org/drawingml/2006/main">
            <a:off x="7000875" y="3057525"/>
            <a:ext cx="2381250" cy="0"/>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21" name="grant-bus">
            <a:extLst xmlns:a="http://schemas.openxmlformats.org/drawingml/2006/main">
              <a:ext uri="{FF2B5EF4-FFF2-40B4-BE49-F238E27FC236}">
                <a16:creationId xmlns:a16="http://schemas.microsoft.com/office/drawing/2014/main" id="{4FB0F5A3-3D33-46F0-AB76-E5822EA2DB59}"/>
              </a:ext>
            </a:extLst>
          </p:cNvPr>
          <p:cNvSpPr>
            <a:spLocks xmlns:a="http://schemas.openxmlformats.org/drawingml/2006/main" noGrp="1"/>
          </p:cNvSpPr>
          <p:nvPr/>
        </p:nvSpPr>
        <p:spPr>
          <a:xfrm xmlns:a="http://schemas.openxmlformats.org/drawingml/2006/main">
            <a:off x="7000875" y="3057525"/>
            <a:ext cx="0" cy="2905125"/>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22" name="grant-branch-0">
            <a:extLst xmlns:a="http://schemas.openxmlformats.org/drawingml/2006/main">
              <a:ext uri="{FF2B5EF4-FFF2-40B4-BE49-F238E27FC236}">
                <a16:creationId xmlns:a16="http://schemas.microsoft.com/office/drawing/2014/main" id="{5286D41A-C474-408A-A9CD-7F707CD3C11E}"/>
              </a:ext>
            </a:extLst>
          </p:cNvPr>
          <p:cNvSpPr>
            <a:spLocks xmlns:a="http://schemas.openxmlformats.org/drawingml/2006/main" noGrp="1"/>
          </p:cNvSpPr>
          <p:nvPr/>
        </p:nvSpPr>
        <p:spPr>
          <a:xfrm xmlns:a="http://schemas.openxmlformats.org/drawingml/2006/main">
            <a:off x="7000875" y="3733800"/>
            <a:ext cx="333375" cy="0"/>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23" name="specialist-node-0">
            <a:extLst xmlns:a="http://schemas.openxmlformats.org/drawingml/2006/main">
              <a:ext uri="{FF2B5EF4-FFF2-40B4-BE49-F238E27FC236}">
                <a16:creationId xmlns:a16="http://schemas.microsoft.com/office/drawing/2014/main" id="{DD8F02E9-E99B-44C7-80A1-A519C2EF645A}"/>
              </a:ext>
            </a:extLst>
          </p:cNvPr>
          <p:cNvSpPr>
            <a:spLocks xmlns:a="http://schemas.openxmlformats.org/drawingml/2006/main" noGrp="1"/>
          </p:cNvSpPr>
          <p:nvPr/>
        </p:nvSpPr>
        <p:spPr>
          <a:xfrm xmlns:a="http://schemas.openxmlformats.org/drawingml/2006/main">
            <a:off x="7334250" y="3390900"/>
            <a:ext cx="4095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24" name="scoped-authority-accent-0">
            <a:extLst xmlns:a="http://schemas.openxmlformats.org/drawingml/2006/main">
              <a:ext uri="{FF2B5EF4-FFF2-40B4-BE49-F238E27FC236}">
                <a16:creationId xmlns:a16="http://schemas.microsoft.com/office/drawing/2014/main" id="{25B97D1B-1BB8-4157-AE63-6531D0C280A6}"/>
              </a:ext>
            </a:extLst>
          </p:cNvPr>
          <p:cNvSpPr>
            <a:spLocks xmlns:a="http://schemas.openxmlformats.org/drawingml/2006/main" noGrp="1"/>
          </p:cNvSpPr>
          <p:nvPr/>
        </p:nvSpPr>
        <p:spPr>
          <a:xfrm xmlns:a="http://schemas.openxmlformats.org/drawingml/2006/main">
            <a:off x="7334250" y="3390900"/>
            <a:ext cx="47625" cy="685800"/>
          </a:xfrm>
          <a:prstGeom xmlns:a="http://schemas.openxmlformats.org/drawingml/2006/main" prst="rect">
            <a:avLst/>
          </a:prstGeom>
          <a:solidFill xmlns:a="http://schemas.openxmlformats.org/drawingml/2006/main">
            <a:srgbClr val="78937D"/>
          </a:solidFill>
          <a:ln xmlns:a="http://schemas.openxmlformats.org/drawingml/2006/main" w="0">
            <a:noFill/>
          </a:ln>
        </p:spPr>
      </p:sp>
      <p:sp>
        <p:nvSpPr>
          <p:cNvPr id="25" name="role-0">
            <a:extLst xmlns:a="http://schemas.openxmlformats.org/drawingml/2006/main">
              <a:ext uri="{FF2B5EF4-FFF2-40B4-BE49-F238E27FC236}">
                <a16:creationId xmlns:a16="http://schemas.microsoft.com/office/drawing/2014/main" id="{4F6C4B84-D486-4AE2-B4B8-3AEC31DD28E1}"/>
              </a:ext>
            </a:extLst>
          </p:cNvPr>
          <p:cNvSpPr>
            <a:spLocks xmlns:a="http://schemas.openxmlformats.org/drawingml/2006/main" noGrp="1"/>
          </p:cNvSpPr>
          <p:nvPr/>
        </p:nvSpPr>
        <p:spPr>
          <a:xfrm xmlns:a="http://schemas.openxmlformats.org/drawingml/2006/main">
            <a:off x="7524750" y="34671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875" b="1">
                <a:solidFill>
                  <a:srgbClr val="273A3B"/>
                </a:solidFill>
              </a:defRPr>
            </a:pPr>
            <a:r>
              <a:rPr sz="1875" b="1">
                <a:solidFill>
                  <a:srgbClr val="273A3B"/>
                </a:solidFill>
              </a:rPr>
              <a:t>Design</a:t>
            </a:r>
          </a:p>
        </p:txBody>
      </p:sp>
      <p:sp>
        <p:nvSpPr>
          <p:cNvPr id="26" name="scope-0">
            <a:extLst xmlns:a="http://schemas.openxmlformats.org/drawingml/2006/main">
              <a:ext uri="{FF2B5EF4-FFF2-40B4-BE49-F238E27FC236}">
                <a16:creationId xmlns:a16="http://schemas.microsoft.com/office/drawing/2014/main" id="{7C39996C-2327-40FF-9B1B-F628DFDEBF50}"/>
              </a:ext>
            </a:extLst>
          </p:cNvPr>
          <p:cNvSpPr>
            <a:spLocks xmlns:a="http://schemas.openxmlformats.org/drawingml/2006/main" noGrp="1"/>
          </p:cNvSpPr>
          <p:nvPr/>
        </p:nvSpPr>
        <p:spPr>
          <a:xfrm xmlns:a="http://schemas.openxmlformats.org/drawingml/2006/main">
            <a:off x="7524750" y="37909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53735B"/>
                </a:solidFill>
              </a:defRPr>
            </a:pPr>
            <a:r>
              <a:rPr sz="1500" b="0">
                <a:solidFill>
                  <a:srgbClr val="53735B"/>
                </a:solidFill>
              </a:rPr>
              <a:t>Edit page layout only</a:t>
            </a:r>
          </a:p>
        </p:txBody>
      </p:sp>
      <p:sp>
        <p:nvSpPr>
          <p:cNvPr id="27" name="grant-branch-1">
            <a:extLst xmlns:a="http://schemas.openxmlformats.org/drawingml/2006/main">
              <a:ext uri="{FF2B5EF4-FFF2-40B4-BE49-F238E27FC236}">
                <a16:creationId xmlns:a16="http://schemas.microsoft.com/office/drawing/2014/main" id="{1F99530F-017B-43F9-AF39-5A4164374048}"/>
              </a:ext>
            </a:extLst>
          </p:cNvPr>
          <p:cNvSpPr>
            <a:spLocks xmlns:a="http://schemas.openxmlformats.org/drawingml/2006/main" noGrp="1"/>
          </p:cNvSpPr>
          <p:nvPr/>
        </p:nvSpPr>
        <p:spPr>
          <a:xfrm xmlns:a="http://schemas.openxmlformats.org/drawingml/2006/main">
            <a:off x="7000875" y="4476750"/>
            <a:ext cx="333375" cy="0"/>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28" name="specialist-node-1">
            <a:extLst xmlns:a="http://schemas.openxmlformats.org/drawingml/2006/main">
              <a:ext uri="{FF2B5EF4-FFF2-40B4-BE49-F238E27FC236}">
                <a16:creationId xmlns:a16="http://schemas.microsoft.com/office/drawing/2014/main" id="{EC6CDCA6-9B88-4702-8BC5-08279F2981AC}"/>
              </a:ext>
            </a:extLst>
          </p:cNvPr>
          <p:cNvSpPr>
            <a:spLocks xmlns:a="http://schemas.openxmlformats.org/drawingml/2006/main" noGrp="1"/>
          </p:cNvSpPr>
          <p:nvPr/>
        </p:nvSpPr>
        <p:spPr>
          <a:xfrm xmlns:a="http://schemas.openxmlformats.org/drawingml/2006/main">
            <a:off x="7334250" y="4133850"/>
            <a:ext cx="4095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29" name="scoped-authority-accent-1">
            <a:extLst xmlns:a="http://schemas.openxmlformats.org/drawingml/2006/main">
              <a:ext uri="{FF2B5EF4-FFF2-40B4-BE49-F238E27FC236}">
                <a16:creationId xmlns:a16="http://schemas.microsoft.com/office/drawing/2014/main" id="{8869399B-BA1B-4A9B-A137-718C3AF5887E}"/>
              </a:ext>
            </a:extLst>
          </p:cNvPr>
          <p:cNvSpPr>
            <a:spLocks xmlns:a="http://schemas.openxmlformats.org/drawingml/2006/main" noGrp="1"/>
          </p:cNvSpPr>
          <p:nvPr/>
        </p:nvSpPr>
        <p:spPr>
          <a:xfrm xmlns:a="http://schemas.openxmlformats.org/drawingml/2006/main">
            <a:off x="7334250" y="4133850"/>
            <a:ext cx="47625" cy="685800"/>
          </a:xfrm>
          <a:prstGeom xmlns:a="http://schemas.openxmlformats.org/drawingml/2006/main" prst="rect">
            <a:avLst/>
          </a:prstGeom>
          <a:solidFill xmlns:a="http://schemas.openxmlformats.org/drawingml/2006/main">
            <a:srgbClr val="78937D"/>
          </a:solidFill>
          <a:ln xmlns:a="http://schemas.openxmlformats.org/drawingml/2006/main" w="0">
            <a:noFill/>
          </a:ln>
        </p:spPr>
      </p:sp>
      <p:sp>
        <p:nvSpPr>
          <p:cNvPr id="30" name="role-1">
            <a:extLst xmlns:a="http://schemas.openxmlformats.org/drawingml/2006/main">
              <a:ext uri="{FF2B5EF4-FFF2-40B4-BE49-F238E27FC236}">
                <a16:creationId xmlns:a16="http://schemas.microsoft.com/office/drawing/2014/main" id="{5EB5D56B-54F7-45F6-8869-7C0298474C04}"/>
              </a:ext>
            </a:extLst>
          </p:cNvPr>
          <p:cNvSpPr>
            <a:spLocks xmlns:a="http://schemas.openxmlformats.org/drawingml/2006/main" noGrp="1"/>
          </p:cNvSpPr>
          <p:nvPr/>
        </p:nvSpPr>
        <p:spPr>
          <a:xfrm xmlns:a="http://schemas.openxmlformats.org/drawingml/2006/main">
            <a:off x="7524750" y="421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875" b="1">
                <a:solidFill>
                  <a:srgbClr val="273A3B"/>
                </a:solidFill>
              </a:defRPr>
            </a:pPr>
            <a:r>
              <a:rPr sz="1875" b="1">
                <a:solidFill>
                  <a:srgbClr val="273A3B"/>
                </a:solidFill>
              </a:rPr>
              <a:t>Security</a:t>
            </a:r>
          </a:p>
        </p:txBody>
      </p:sp>
      <p:sp>
        <p:nvSpPr>
          <p:cNvPr id="31" name="scope-1">
            <a:extLst xmlns:a="http://schemas.openxmlformats.org/drawingml/2006/main">
              <a:ext uri="{FF2B5EF4-FFF2-40B4-BE49-F238E27FC236}">
                <a16:creationId xmlns:a16="http://schemas.microsoft.com/office/drawing/2014/main" id="{52B89E13-65E1-4FB4-B2A8-2440DE821FBC}"/>
              </a:ext>
            </a:extLst>
          </p:cNvPr>
          <p:cNvSpPr>
            <a:spLocks xmlns:a="http://schemas.openxmlformats.org/drawingml/2006/main" noGrp="1"/>
          </p:cNvSpPr>
          <p:nvPr/>
        </p:nvSpPr>
        <p:spPr>
          <a:xfrm xmlns:a="http://schemas.openxmlformats.org/drawingml/2006/main">
            <a:off x="7524750" y="453390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53735B"/>
                </a:solidFill>
              </a:defRPr>
            </a:pPr>
            <a:r>
              <a:rPr sz="1500" b="0">
                <a:solidFill>
                  <a:srgbClr val="53735B"/>
                </a:solidFill>
              </a:rPr>
              <a:t>Read approved files only</a:t>
            </a:r>
          </a:p>
        </p:txBody>
      </p:sp>
      <p:sp>
        <p:nvSpPr>
          <p:cNvPr id="32" name="grant-branch-2">
            <a:extLst xmlns:a="http://schemas.openxmlformats.org/drawingml/2006/main">
              <a:ext uri="{FF2B5EF4-FFF2-40B4-BE49-F238E27FC236}">
                <a16:creationId xmlns:a16="http://schemas.microsoft.com/office/drawing/2014/main" id="{68572D41-A282-438D-95C7-92CAD3DCA676}"/>
              </a:ext>
            </a:extLst>
          </p:cNvPr>
          <p:cNvSpPr>
            <a:spLocks xmlns:a="http://schemas.openxmlformats.org/drawingml/2006/main" noGrp="1"/>
          </p:cNvSpPr>
          <p:nvPr/>
        </p:nvSpPr>
        <p:spPr>
          <a:xfrm xmlns:a="http://schemas.openxmlformats.org/drawingml/2006/main">
            <a:off x="7000875" y="5219700"/>
            <a:ext cx="333375" cy="0"/>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33" name="specialist-node-2">
            <a:extLst xmlns:a="http://schemas.openxmlformats.org/drawingml/2006/main">
              <a:ext uri="{FF2B5EF4-FFF2-40B4-BE49-F238E27FC236}">
                <a16:creationId xmlns:a16="http://schemas.microsoft.com/office/drawing/2014/main" id="{B77B1410-2EC8-4542-BD54-B466C2442D9C}"/>
              </a:ext>
            </a:extLst>
          </p:cNvPr>
          <p:cNvSpPr>
            <a:spLocks xmlns:a="http://schemas.openxmlformats.org/drawingml/2006/main" noGrp="1"/>
          </p:cNvSpPr>
          <p:nvPr/>
        </p:nvSpPr>
        <p:spPr>
          <a:xfrm xmlns:a="http://schemas.openxmlformats.org/drawingml/2006/main">
            <a:off x="7334250" y="4876800"/>
            <a:ext cx="4095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34" name="scoped-authority-accent-2">
            <a:extLst xmlns:a="http://schemas.openxmlformats.org/drawingml/2006/main">
              <a:ext uri="{FF2B5EF4-FFF2-40B4-BE49-F238E27FC236}">
                <a16:creationId xmlns:a16="http://schemas.microsoft.com/office/drawing/2014/main" id="{143C9C95-C57C-4930-A658-E92CA779617A}"/>
              </a:ext>
            </a:extLst>
          </p:cNvPr>
          <p:cNvSpPr>
            <a:spLocks xmlns:a="http://schemas.openxmlformats.org/drawingml/2006/main" noGrp="1"/>
          </p:cNvSpPr>
          <p:nvPr/>
        </p:nvSpPr>
        <p:spPr>
          <a:xfrm xmlns:a="http://schemas.openxmlformats.org/drawingml/2006/main">
            <a:off x="7334250" y="4876800"/>
            <a:ext cx="47625" cy="685800"/>
          </a:xfrm>
          <a:prstGeom xmlns:a="http://schemas.openxmlformats.org/drawingml/2006/main" prst="rect">
            <a:avLst/>
          </a:prstGeom>
          <a:solidFill xmlns:a="http://schemas.openxmlformats.org/drawingml/2006/main">
            <a:srgbClr val="78937D"/>
          </a:solidFill>
          <a:ln xmlns:a="http://schemas.openxmlformats.org/drawingml/2006/main" w="0">
            <a:noFill/>
          </a:ln>
        </p:spPr>
      </p:sp>
      <p:sp>
        <p:nvSpPr>
          <p:cNvPr id="35" name="role-2">
            <a:extLst xmlns:a="http://schemas.openxmlformats.org/drawingml/2006/main">
              <a:ext uri="{FF2B5EF4-FFF2-40B4-BE49-F238E27FC236}">
                <a16:creationId xmlns:a16="http://schemas.microsoft.com/office/drawing/2014/main" id="{3C0BC2B9-2150-4FE8-9511-012B84C7E475}"/>
              </a:ext>
            </a:extLst>
          </p:cNvPr>
          <p:cNvSpPr>
            <a:spLocks xmlns:a="http://schemas.openxmlformats.org/drawingml/2006/main" noGrp="1"/>
          </p:cNvSpPr>
          <p:nvPr/>
        </p:nvSpPr>
        <p:spPr>
          <a:xfrm xmlns:a="http://schemas.openxmlformats.org/drawingml/2006/main">
            <a:off x="7524750" y="49530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875" b="1">
                <a:solidFill>
                  <a:srgbClr val="273A3B"/>
                </a:solidFill>
              </a:defRPr>
            </a:pPr>
            <a:r>
              <a:rPr sz="1875" b="1">
                <a:solidFill>
                  <a:srgbClr val="273A3B"/>
                </a:solidFill>
              </a:rPr>
              <a:t>Hosting</a:t>
            </a:r>
          </a:p>
        </p:txBody>
      </p:sp>
      <p:sp>
        <p:nvSpPr>
          <p:cNvPr id="36" name="scope-2">
            <a:extLst xmlns:a="http://schemas.openxmlformats.org/drawingml/2006/main">
              <a:ext uri="{FF2B5EF4-FFF2-40B4-BE49-F238E27FC236}">
                <a16:creationId xmlns:a16="http://schemas.microsoft.com/office/drawing/2014/main" id="{F2C70737-83E4-4D3D-9322-D3FD71D465F5}"/>
              </a:ext>
            </a:extLst>
          </p:cNvPr>
          <p:cNvSpPr>
            <a:spLocks xmlns:a="http://schemas.openxmlformats.org/drawingml/2006/main" noGrp="1"/>
          </p:cNvSpPr>
          <p:nvPr/>
        </p:nvSpPr>
        <p:spPr>
          <a:xfrm xmlns:a="http://schemas.openxmlformats.org/drawingml/2006/main">
            <a:off x="7524750" y="52768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53735B"/>
                </a:solidFill>
              </a:defRPr>
            </a:pPr>
            <a:r>
              <a:rPr sz="1500" b="0">
                <a:solidFill>
                  <a:srgbClr val="53735B"/>
                </a:solidFill>
              </a:rPr>
              <a:t>Publish a preview only</a:t>
            </a:r>
          </a:p>
        </p:txBody>
      </p:sp>
      <p:sp>
        <p:nvSpPr>
          <p:cNvPr id="37" name="grant-branch-3">
            <a:extLst xmlns:a="http://schemas.openxmlformats.org/drawingml/2006/main">
              <a:ext uri="{FF2B5EF4-FFF2-40B4-BE49-F238E27FC236}">
                <a16:creationId xmlns:a16="http://schemas.microsoft.com/office/drawing/2014/main" id="{0082CEA9-E1E8-4BF4-9C0D-5210F27C0EFC}"/>
              </a:ext>
            </a:extLst>
          </p:cNvPr>
          <p:cNvSpPr>
            <a:spLocks xmlns:a="http://schemas.openxmlformats.org/drawingml/2006/main" noGrp="1"/>
          </p:cNvSpPr>
          <p:nvPr/>
        </p:nvSpPr>
        <p:spPr>
          <a:xfrm xmlns:a="http://schemas.openxmlformats.org/drawingml/2006/main">
            <a:off x="7000875" y="5962650"/>
            <a:ext cx="333375" cy="0"/>
          </a:xfrm>
          <a:prstGeom xmlns:a="http://schemas.openxmlformats.org/drawingml/2006/main" prst="line">
            <a:avLst/>
          </a:prstGeom>
          <a:noFill xmlns:a="http://schemas.openxmlformats.org/drawingml/2006/main"/>
          <a:ln xmlns:a="http://schemas.openxmlformats.org/drawingml/2006/main" w="19050">
            <a:solidFill>
              <a:srgbClr val="78937D"/>
            </a:solidFill>
          </a:ln>
        </p:spPr>
      </p:sp>
      <p:sp>
        <p:nvSpPr>
          <p:cNvPr id="38" name="specialist-node-3">
            <a:extLst xmlns:a="http://schemas.openxmlformats.org/drawingml/2006/main">
              <a:ext uri="{FF2B5EF4-FFF2-40B4-BE49-F238E27FC236}">
                <a16:creationId xmlns:a16="http://schemas.microsoft.com/office/drawing/2014/main" id="{2B1D5636-F9DF-4AC0-A64D-899D3B615142}"/>
              </a:ext>
            </a:extLst>
          </p:cNvPr>
          <p:cNvSpPr>
            <a:spLocks xmlns:a="http://schemas.openxmlformats.org/drawingml/2006/main" noGrp="1"/>
          </p:cNvSpPr>
          <p:nvPr/>
        </p:nvSpPr>
        <p:spPr>
          <a:xfrm xmlns:a="http://schemas.openxmlformats.org/drawingml/2006/main">
            <a:off x="7334250" y="5619750"/>
            <a:ext cx="4095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ln>
        </p:spPr>
      </p:sp>
      <p:sp>
        <p:nvSpPr>
          <p:cNvPr id="39" name="scoped-authority-accent-3">
            <a:extLst xmlns:a="http://schemas.openxmlformats.org/drawingml/2006/main">
              <a:ext uri="{FF2B5EF4-FFF2-40B4-BE49-F238E27FC236}">
                <a16:creationId xmlns:a16="http://schemas.microsoft.com/office/drawing/2014/main" id="{14CEA099-9C64-410D-A240-D2A0AC22B136}"/>
              </a:ext>
            </a:extLst>
          </p:cNvPr>
          <p:cNvSpPr>
            <a:spLocks xmlns:a="http://schemas.openxmlformats.org/drawingml/2006/main" noGrp="1"/>
          </p:cNvSpPr>
          <p:nvPr/>
        </p:nvSpPr>
        <p:spPr>
          <a:xfrm xmlns:a="http://schemas.openxmlformats.org/drawingml/2006/main">
            <a:off x="7334250" y="5619750"/>
            <a:ext cx="47625" cy="685800"/>
          </a:xfrm>
          <a:prstGeom xmlns:a="http://schemas.openxmlformats.org/drawingml/2006/main" prst="rect">
            <a:avLst/>
          </a:prstGeom>
          <a:solidFill xmlns:a="http://schemas.openxmlformats.org/drawingml/2006/main">
            <a:srgbClr val="78937D"/>
          </a:solidFill>
          <a:ln xmlns:a="http://schemas.openxmlformats.org/drawingml/2006/main" w="0">
            <a:noFill/>
          </a:ln>
        </p:spPr>
      </p:sp>
      <p:sp>
        <p:nvSpPr>
          <p:cNvPr id="40" name="role-3">
            <a:extLst xmlns:a="http://schemas.openxmlformats.org/drawingml/2006/main">
              <a:ext uri="{FF2B5EF4-FFF2-40B4-BE49-F238E27FC236}">
                <a16:creationId xmlns:a16="http://schemas.microsoft.com/office/drawing/2014/main" id="{D34003C1-74D1-4FBF-9FEC-42408519DAF1}"/>
              </a:ext>
            </a:extLst>
          </p:cNvPr>
          <p:cNvSpPr>
            <a:spLocks xmlns:a="http://schemas.openxmlformats.org/drawingml/2006/main" noGrp="1"/>
          </p:cNvSpPr>
          <p:nvPr/>
        </p:nvSpPr>
        <p:spPr>
          <a:xfrm xmlns:a="http://schemas.openxmlformats.org/drawingml/2006/main">
            <a:off x="7524750" y="56959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875" b="1">
                <a:solidFill>
                  <a:srgbClr val="273A3B"/>
                </a:solidFill>
              </a:defRPr>
            </a:pPr>
            <a:r>
              <a:rPr sz="1875" b="1">
                <a:solidFill>
                  <a:srgbClr val="273A3B"/>
                </a:solidFill>
              </a:rPr>
              <a:t>Analytics</a:t>
            </a:r>
          </a:p>
        </p:txBody>
      </p:sp>
      <p:sp>
        <p:nvSpPr>
          <p:cNvPr id="41" name="scope-3">
            <a:extLst xmlns:a="http://schemas.openxmlformats.org/drawingml/2006/main">
              <a:ext uri="{FF2B5EF4-FFF2-40B4-BE49-F238E27FC236}">
                <a16:creationId xmlns:a16="http://schemas.microsoft.com/office/drawing/2014/main" id="{2175DC8D-95ED-4F5A-98EA-0C549177FC2F}"/>
              </a:ext>
            </a:extLst>
          </p:cNvPr>
          <p:cNvSpPr>
            <a:spLocks xmlns:a="http://schemas.openxmlformats.org/drawingml/2006/main" noGrp="1"/>
          </p:cNvSpPr>
          <p:nvPr/>
        </p:nvSpPr>
        <p:spPr>
          <a:xfrm xmlns:a="http://schemas.openxmlformats.org/drawingml/2006/main">
            <a:off x="7524750" y="601980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pPr>
              <a:defRPr sz="1500" b="0">
                <a:solidFill>
                  <a:srgbClr val="53735B"/>
                </a:solidFill>
              </a:defRPr>
            </a:pPr>
            <a:r>
              <a:rPr sz="1500" b="0">
                <a:solidFill>
                  <a:srgbClr val="53735B"/>
                </a:solidFill>
              </a:rPr>
              <a:t>See summary metrics only</a:t>
            </a:r>
          </a:p>
        </p:txBody>
      </p:sp>
    </p:spTree>
    <p:extLst>
      <p:ext uri="{BB962C8B-B14F-4D97-AF65-F5344CB8AC3E}">
        <p14:creationId xmlns:p14="http://schemas.microsoft.com/office/powerpoint/2010/main" val="1339969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2026-10-18T03:52:32.0570000Z</dcterms:created>
  <dcterms:modified xsi:type="dcterms:W3CDTF">2026-10-18T03:52:32.0570000Z</dcterms:modified>
</coreProperties>
</file>